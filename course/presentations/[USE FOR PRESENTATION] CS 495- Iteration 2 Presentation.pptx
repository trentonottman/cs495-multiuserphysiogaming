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7" r:id="rId5"/>
  </p:sldMasterIdLst>
  <p:notesMasterIdLst>
    <p:notesMasterId r:id="rId19"/>
  </p:notesMasterIdLst>
  <p:sldIdLst>
    <p:sldId id="300" r:id="rId6"/>
    <p:sldId id="302" r:id="rId7"/>
    <p:sldId id="369" r:id="rId8"/>
    <p:sldId id="356" r:id="rId9"/>
    <p:sldId id="374" r:id="rId10"/>
    <p:sldId id="381" r:id="rId11"/>
    <p:sldId id="378" r:id="rId12"/>
    <p:sldId id="379" r:id="rId13"/>
    <p:sldId id="380" r:id="rId14"/>
    <p:sldId id="382" r:id="rId15"/>
    <p:sldId id="376" r:id="rId16"/>
    <p:sldId id="377" r:id="rId17"/>
    <p:sldId id="3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8440"/>
    <a:srgbClr val="122052"/>
    <a:srgbClr val="0038A8"/>
    <a:srgbClr val="14308A"/>
    <a:srgbClr val="0A6D94"/>
    <a:srgbClr val="0F4134"/>
    <a:srgbClr val="135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7" d="100"/>
          <a:sy n="57" d="100"/>
        </p:scale>
        <p:origin x="992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82C1E8-8FD7-4C6B-B232-6BAA3C492FA8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5A60C-D158-4E29-B8E0-9339E7484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974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>
          <a:extLst>
            <a:ext uri="{FF2B5EF4-FFF2-40B4-BE49-F238E27FC236}">
              <a16:creationId xmlns:a16="http://schemas.microsoft.com/office/drawing/2014/main" id="{2122120E-2312-05A6-F81B-DBDE8CC85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:notes">
            <a:extLst>
              <a:ext uri="{FF2B5EF4-FFF2-40B4-BE49-F238E27FC236}">
                <a16:creationId xmlns:a16="http://schemas.microsoft.com/office/drawing/2014/main" id="{83B14D94-813B-02BE-856D-D886EB70FB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p:notes">
            <a:extLst>
              <a:ext uri="{FF2B5EF4-FFF2-40B4-BE49-F238E27FC236}">
                <a16:creationId xmlns:a16="http://schemas.microsoft.com/office/drawing/2014/main" id="{B256151B-C91D-5B82-8447-E5C4062A8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5 seconds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9632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>
          <a:extLst>
            <a:ext uri="{FF2B5EF4-FFF2-40B4-BE49-F238E27FC236}">
              <a16:creationId xmlns:a16="http://schemas.microsoft.com/office/drawing/2014/main" id="{13B5347D-4FA1-B480-D560-F43CBF10F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:notes">
            <a:extLst>
              <a:ext uri="{FF2B5EF4-FFF2-40B4-BE49-F238E27FC236}">
                <a16:creationId xmlns:a16="http://schemas.microsoft.com/office/drawing/2014/main" id="{4D5B3A01-B334-38C8-A50E-5BBAF34D27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p:notes">
            <a:extLst>
              <a:ext uri="{FF2B5EF4-FFF2-40B4-BE49-F238E27FC236}">
                <a16:creationId xmlns:a16="http://schemas.microsoft.com/office/drawing/2014/main" id="{0E631DC6-C27F-573A-40CC-371EC2D1C0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Zara</a:t>
            </a:r>
          </a:p>
        </p:txBody>
      </p:sp>
    </p:spTree>
    <p:extLst>
      <p:ext uri="{BB962C8B-B14F-4D97-AF65-F5344CB8AC3E}">
        <p14:creationId xmlns:p14="http://schemas.microsoft.com/office/powerpoint/2010/main" val="2479757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>
          <a:extLst>
            <a:ext uri="{FF2B5EF4-FFF2-40B4-BE49-F238E27FC236}">
              <a16:creationId xmlns:a16="http://schemas.microsoft.com/office/drawing/2014/main" id="{9A1AF063-5806-A866-7261-6983750AB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:notes">
            <a:extLst>
              <a:ext uri="{FF2B5EF4-FFF2-40B4-BE49-F238E27FC236}">
                <a16:creationId xmlns:a16="http://schemas.microsoft.com/office/drawing/2014/main" id="{0A738B97-1F1F-B91B-E941-1DA7E2A296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p:notes">
            <a:extLst>
              <a:ext uri="{FF2B5EF4-FFF2-40B4-BE49-F238E27FC236}">
                <a16:creationId xmlns:a16="http://schemas.microsoft.com/office/drawing/2014/main" id="{0BEBB1EF-B643-F9F3-9E9B-63FB734CA7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Trenton</a:t>
            </a:r>
          </a:p>
        </p:txBody>
      </p:sp>
    </p:spTree>
    <p:extLst>
      <p:ext uri="{BB962C8B-B14F-4D97-AF65-F5344CB8AC3E}">
        <p14:creationId xmlns:p14="http://schemas.microsoft.com/office/powerpoint/2010/main" val="3005088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>
          <a:extLst>
            <a:ext uri="{FF2B5EF4-FFF2-40B4-BE49-F238E27FC236}">
              <a16:creationId xmlns:a16="http://schemas.microsoft.com/office/drawing/2014/main" id="{C22027D0-B3E1-205A-5816-74023F26C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:notes">
            <a:extLst>
              <a:ext uri="{FF2B5EF4-FFF2-40B4-BE49-F238E27FC236}">
                <a16:creationId xmlns:a16="http://schemas.microsoft.com/office/drawing/2014/main" id="{32CB7229-856B-43D8-D28E-32D336B0CB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p:notes">
            <a:extLst>
              <a:ext uri="{FF2B5EF4-FFF2-40B4-BE49-F238E27FC236}">
                <a16:creationId xmlns:a16="http://schemas.microsoft.com/office/drawing/2014/main" id="{8F3E3AD3-C264-24FF-5FEF-EB2361F88D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ea typeface="Calibri"/>
                <a:cs typeface="Calibri"/>
              </a:rPr>
              <a:t>For sprint 1:</a:t>
            </a:r>
            <a:br>
              <a:rPr lang="en-US">
                <a:ea typeface="Calibri"/>
                <a:cs typeface="Calibri"/>
              </a:rPr>
            </a:br>
            <a:r>
              <a:rPr lang="en-US">
                <a:ea typeface="Calibri"/>
                <a:cs typeface="Calibri"/>
              </a:rPr>
              <a:t>Decided:</a:t>
            </a:r>
            <a:br>
              <a:rPr lang="en-US">
                <a:ea typeface="Calibri"/>
                <a:cs typeface="Calibri"/>
              </a:rPr>
            </a:br>
            <a:r>
              <a:rPr lang="en-US">
                <a:ea typeface="Calibri"/>
                <a:cs typeface="Calibri"/>
              </a:rPr>
              <a:t>- Will be a web app</a:t>
            </a:r>
            <a:br>
              <a:rPr lang="en-US">
                <a:ea typeface="Calibri"/>
                <a:cs typeface="Calibri"/>
              </a:rPr>
            </a:br>
            <a:r>
              <a:rPr lang="en-US">
                <a:ea typeface="Calibri"/>
                <a:cs typeface="Calibri"/>
              </a:rPr>
              <a:t>- Will support 8-12 concurrent players in real time</a:t>
            </a:r>
            <a:br>
              <a:rPr lang="en-US">
                <a:ea typeface="Calibri"/>
                <a:cs typeface="Calibri"/>
              </a:rPr>
            </a:br>
            <a:br>
              <a:rPr lang="en-US">
                <a:ea typeface="Calibri"/>
                <a:cs typeface="Calibri"/>
              </a:rPr>
            </a:br>
            <a:r>
              <a:rPr lang="en-US">
                <a:ea typeface="Calibri"/>
                <a:cs typeface="Calibri"/>
              </a:rPr>
              <a:t>Undecided:</a:t>
            </a:r>
            <a:br>
              <a:rPr lang="en-US">
                <a:ea typeface="Calibri"/>
                <a:cs typeface="Calibri"/>
              </a:rPr>
            </a:br>
            <a:r>
              <a:rPr lang="en-US">
                <a:ea typeface="Calibri"/>
                <a:cs typeface="Calibri"/>
              </a:rPr>
              <a:t>- What networking tool will we use?</a:t>
            </a:r>
            <a:br>
              <a:rPr lang="en-US">
                <a:ea typeface="Calibri"/>
                <a:cs typeface="Calibri"/>
              </a:rPr>
            </a:br>
            <a:r>
              <a:rPr lang="en-US">
                <a:ea typeface="Calibri"/>
                <a:cs typeface="Calibri"/>
              </a:rPr>
              <a:t>- What game engine will we develop on?</a:t>
            </a:r>
            <a:br>
              <a:rPr lang="en-US">
                <a:ea typeface="Calibri"/>
                <a:cs typeface="Calibri"/>
              </a:rPr>
            </a:br>
            <a:r>
              <a:rPr lang="en-US">
                <a:ea typeface="Calibri"/>
                <a:cs typeface="Calibri"/>
              </a:rPr>
              <a:t>- How much of the previous project will we keep?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ea typeface="Calibri"/>
                <a:cs typeface="Calibri"/>
              </a:rPr>
              <a:t>- Do we want to try and fix their machine learning gesture algorithm? (caused performance issues, target device is $200 </a:t>
            </a:r>
            <a:r>
              <a:rPr lang="en-US" err="1">
                <a:ea typeface="Calibri"/>
                <a:cs typeface="Calibri"/>
              </a:rPr>
              <a:t>chromebooks</a:t>
            </a:r>
            <a:r>
              <a:rPr lang="en-US">
                <a:ea typeface="Calibri"/>
                <a:cs typeface="Calibri"/>
              </a:rPr>
              <a:t>)</a:t>
            </a: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85612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>
          <a:extLst>
            <a:ext uri="{FF2B5EF4-FFF2-40B4-BE49-F238E27FC236}">
              <a16:creationId xmlns:a16="http://schemas.microsoft.com/office/drawing/2014/main" id="{9B416130-6764-559B-134B-107A4826B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:notes">
            <a:extLst>
              <a:ext uri="{FF2B5EF4-FFF2-40B4-BE49-F238E27FC236}">
                <a16:creationId xmlns:a16="http://schemas.microsoft.com/office/drawing/2014/main" id="{A255D106-9AF1-A847-FDFC-31F10E1992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p:notes">
            <a:extLst>
              <a:ext uri="{FF2B5EF4-FFF2-40B4-BE49-F238E27FC236}">
                <a16:creationId xmlns:a16="http://schemas.microsoft.com/office/drawing/2014/main" id="{EABB1057-18FC-1D02-B10D-0413497E82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Zara</a:t>
            </a:r>
          </a:p>
        </p:txBody>
      </p:sp>
    </p:spTree>
    <p:extLst>
      <p:ext uri="{BB962C8B-B14F-4D97-AF65-F5344CB8AC3E}">
        <p14:creationId xmlns:p14="http://schemas.microsoft.com/office/powerpoint/2010/main" val="2512508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>
          <a:extLst>
            <a:ext uri="{FF2B5EF4-FFF2-40B4-BE49-F238E27FC236}">
              <a16:creationId xmlns:a16="http://schemas.microsoft.com/office/drawing/2014/main" id="{8C5B3186-CD7D-8F54-7282-8EBD0B97A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:notes">
            <a:extLst>
              <a:ext uri="{FF2B5EF4-FFF2-40B4-BE49-F238E27FC236}">
                <a16:creationId xmlns:a16="http://schemas.microsoft.com/office/drawing/2014/main" id="{8E7960A1-8B47-A696-B201-11EA61817D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p:notes">
            <a:extLst>
              <a:ext uri="{FF2B5EF4-FFF2-40B4-BE49-F238E27FC236}">
                <a16:creationId xmlns:a16="http://schemas.microsoft.com/office/drawing/2014/main" id="{143D0C12-8947-289C-9DE8-CB117CD3AE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8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>
          <a:extLst>
            <a:ext uri="{FF2B5EF4-FFF2-40B4-BE49-F238E27FC236}">
              <a16:creationId xmlns:a16="http://schemas.microsoft.com/office/drawing/2014/main" id="{649AFB85-32A1-6BD6-6A10-F2F2EF3A2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:notes">
            <a:extLst>
              <a:ext uri="{FF2B5EF4-FFF2-40B4-BE49-F238E27FC236}">
                <a16:creationId xmlns:a16="http://schemas.microsoft.com/office/drawing/2014/main" id="{69C302D1-2042-BC58-156B-2EF683F299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p:notes">
            <a:extLst>
              <a:ext uri="{FF2B5EF4-FFF2-40B4-BE49-F238E27FC236}">
                <a16:creationId xmlns:a16="http://schemas.microsoft.com/office/drawing/2014/main" id="{2316E760-6602-2F45-3869-BBC741A150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2630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>
          <a:extLst>
            <a:ext uri="{FF2B5EF4-FFF2-40B4-BE49-F238E27FC236}">
              <a16:creationId xmlns:a16="http://schemas.microsoft.com/office/drawing/2014/main" id="{AAEA418F-EF1F-8D6B-8892-5A39765F8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:notes">
            <a:extLst>
              <a:ext uri="{FF2B5EF4-FFF2-40B4-BE49-F238E27FC236}">
                <a16:creationId xmlns:a16="http://schemas.microsoft.com/office/drawing/2014/main" id="{C58301DF-6E25-0C72-9838-802A645F76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p:notes">
            <a:extLst>
              <a:ext uri="{FF2B5EF4-FFF2-40B4-BE49-F238E27FC236}">
                <a16:creationId xmlns:a16="http://schemas.microsoft.com/office/drawing/2014/main" id="{0EBC7158-47DB-40A7-AF40-1F33EE2EA7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4234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>
          <a:extLst>
            <a:ext uri="{FF2B5EF4-FFF2-40B4-BE49-F238E27FC236}">
              <a16:creationId xmlns:a16="http://schemas.microsoft.com/office/drawing/2014/main" id="{FEDDCF7F-AE80-0F4E-D5E8-780CA2FDD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:notes">
            <a:extLst>
              <a:ext uri="{FF2B5EF4-FFF2-40B4-BE49-F238E27FC236}">
                <a16:creationId xmlns:a16="http://schemas.microsoft.com/office/drawing/2014/main" id="{95EA2A16-FA2C-312E-C8BE-4EF039E4FC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p:notes">
            <a:extLst>
              <a:ext uri="{FF2B5EF4-FFF2-40B4-BE49-F238E27FC236}">
                <a16:creationId xmlns:a16="http://schemas.microsoft.com/office/drawing/2014/main" id="{72F22818-C156-5C1F-40AC-DCF7EEEC1B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1534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>
          <a:extLst>
            <a:ext uri="{FF2B5EF4-FFF2-40B4-BE49-F238E27FC236}">
              <a16:creationId xmlns:a16="http://schemas.microsoft.com/office/drawing/2014/main" id="{AABA07D1-3337-72A4-8381-35C053A3F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:notes">
            <a:extLst>
              <a:ext uri="{FF2B5EF4-FFF2-40B4-BE49-F238E27FC236}">
                <a16:creationId xmlns:a16="http://schemas.microsoft.com/office/drawing/2014/main" id="{C9C851F9-E4FE-7A4E-16C9-746B02F571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p:notes">
            <a:extLst>
              <a:ext uri="{FF2B5EF4-FFF2-40B4-BE49-F238E27FC236}">
                <a16:creationId xmlns:a16="http://schemas.microsoft.com/office/drawing/2014/main" id="{4576BC11-56CD-2496-F125-1FB7D4260A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1838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>
          <a:extLst>
            <a:ext uri="{FF2B5EF4-FFF2-40B4-BE49-F238E27FC236}">
              <a16:creationId xmlns:a16="http://schemas.microsoft.com/office/drawing/2014/main" id="{C85862AF-B704-F398-D00D-7CAE5612F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:notes">
            <a:extLst>
              <a:ext uri="{FF2B5EF4-FFF2-40B4-BE49-F238E27FC236}">
                <a16:creationId xmlns:a16="http://schemas.microsoft.com/office/drawing/2014/main" id="{625801F3-8BF1-1C41-304B-1CAFFD5C45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p:notes">
            <a:extLst>
              <a:ext uri="{FF2B5EF4-FFF2-40B4-BE49-F238E27FC236}">
                <a16:creationId xmlns:a16="http://schemas.microsoft.com/office/drawing/2014/main" id="{E9888636-5D38-960B-E7C2-CA31655F1B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">
              <a:spcAft>
                <a:spcPts val="1200"/>
              </a:spcAft>
              <a:buClr>
                <a:srgbClr val="F3F3F3"/>
              </a:buClr>
              <a:buSzPct val="80000"/>
              <a:defRPr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Identify important product, technical, or process learning and explain how it affects Iteration 2.</a:t>
            </a:r>
            <a:endParaRPr lang="en-US" sz="1200" b="1">
              <a:solidFill>
                <a:srgbClr val="F3F3F3"/>
              </a:solidFill>
              <a:latin typeface="Times New Roman"/>
              <a:ea typeface="+mn-lt"/>
              <a:cs typeface="Times New Roman"/>
            </a:endParaRPr>
          </a:p>
          <a:p>
            <a:pPr marL="45720">
              <a:spcAft>
                <a:spcPts val="1200"/>
              </a:spcAft>
              <a:buClr>
                <a:srgbClr val="F3F3F3"/>
              </a:buClr>
              <a:buSzPct val="80000"/>
              <a:defRPr/>
            </a:pPr>
            <a:endParaRPr lang="en-US" sz="2400" b="1">
              <a:solidFill>
                <a:srgbClr val="F3F3F3"/>
              </a:solidFill>
              <a:latin typeface="Times New Roman"/>
              <a:ea typeface="+mn-lt"/>
              <a:cs typeface="Times New Roman"/>
            </a:endParaRPr>
          </a:p>
          <a:p>
            <a:pPr marL="388620" lvl="0" indent="-342900">
              <a:spcAft>
                <a:spcPts val="1200"/>
              </a:spcAft>
              <a:buClr>
                <a:srgbClr val="F3F3F3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sz="2400" b="1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L</a:t>
            </a:r>
            <a:r>
              <a:rPr lang="en-US" sz="240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obby and room system from Iteration 1 carried straight into Physio Park which allowed for focus on gameplay</a:t>
            </a:r>
          </a:p>
          <a:p>
            <a:pPr marL="845820" lvl="1" indent="-342900">
              <a:spcAft>
                <a:spcPts val="1200"/>
              </a:spcAft>
              <a:buClr>
                <a:srgbClr val="F3F3F3"/>
              </a:buClr>
              <a:buSzPct val="80000"/>
              <a:buFont typeface="Courier New" panose="02070309020205020404" pitchFamily="49" charset="0"/>
              <a:buChar char="o"/>
              <a:defRPr/>
            </a:pPr>
            <a:r>
              <a:rPr lang="en-US" sz="240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Phaser/Typescript technical learning</a:t>
            </a:r>
          </a:p>
          <a:p>
            <a:pPr marL="388620" lvl="0" indent="-342900">
              <a:spcAft>
                <a:spcPts val="1200"/>
              </a:spcAft>
              <a:buClr>
                <a:srgbClr val="F3F3F3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PBIs help build in parallel, but coordinating early can help merge order in the future.</a:t>
            </a:r>
          </a:p>
          <a:p>
            <a:pPr marL="388620" lvl="0" indent="-342900">
              <a:spcAft>
                <a:spcPts val="1200"/>
              </a:spcAft>
              <a:buClr>
                <a:srgbClr val="F3F3F3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Running the physics on the server keeps player in sync &amp; EMG input needed tuning</a:t>
            </a:r>
          </a:p>
          <a:p>
            <a:pPr marL="388620" lvl="0" indent="-342900">
              <a:spcAft>
                <a:spcPts val="1200"/>
              </a:spcAft>
              <a:buClr>
                <a:srgbClr val="F3F3F3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lang="en-US" sz="2400">
              <a:solidFill>
                <a:srgbClr val="F3F3F3"/>
              </a:solidFill>
              <a:latin typeface="Times New Roman"/>
              <a:ea typeface="+mn-lt"/>
              <a:cs typeface="Times New Roman"/>
            </a:endParaRPr>
          </a:p>
          <a:p>
            <a:pPr marL="388620" lvl="0" indent="-342900">
              <a:spcAft>
                <a:spcPts val="1200"/>
              </a:spcAft>
              <a:buClr>
                <a:srgbClr val="F3F3F3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sz="2400" b="1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Iteration 3:</a:t>
            </a:r>
          </a:p>
          <a:p>
            <a:pPr marL="845820" lvl="1" indent="-342900">
              <a:spcAft>
                <a:spcPts val="1200"/>
              </a:spcAft>
              <a:buClr>
                <a:srgbClr val="F3F3F3"/>
              </a:buClr>
              <a:buSzPct val="80000"/>
              <a:buFont typeface="Courier New" panose="02070309020205020404" pitchFamily="49" charset="0"/>
              <a:buChar char="o"/>
              <a:defRPr/>
            </a:pPr>
            <a:r>
              <a:rPr lang="en-US" sz="2400" b="1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240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Client-side prediction (for smoother movement)</a:t>
            </a:r>
          </a:p>
          <a:p>
            <a:pPr marL="845820" lvl="1" indent="-342900">
              <a:spcAft>
                <a:spcPts val="1200"/>
              </a:spcAft>
              <a:buClr>
                <a:srgbClr val="F3F3F3"/>
              </a:buClr>
              <a:buSzPct val="80000"/>
              <a:buFont typeface="Courier New" panose="02070309020205020404" pitchFamily="49" charset="0"/>
              <a:buChar char="o"/>
              <a:defRPr/>
            </a:pPr>
            <a:r>
              <a:rPr lang="en-US" sz="240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Add more levels</a:t>
            </a:r>
          </a:p>
          <a:p>
            <a:pPr marL="845820" lvl="1" indent="-342900">
              <a:spcAft>
                <a:spcPts val="1200"/>
              </a:spcAft>
              <a:buClr>
                <a:srgbClr val="F3F3F3"/>
              </a:buClr>
              <a:buSzPct val="80000"/>
              <a:buFont typeface="Courier New" panose="02070309020205020404" pitchFamily="49" charset="0"/>
              <a:buChar char="o"/>
              <a:defRPr/>
            </a:pPr>
            <a:r>
              <a:rPr lang="en-US" sz="240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Improve sensor reliability</a:t>
            </a:r>
          </a:p>
          <a:p>
            <a:pPr marL="845820" lvl="1" indent="-342900">
              <a:spcAft>
                <a:spcPts val="1200"/>
              </a:spcAft>
              <a:buClr>
                <a:srgbClr val="F3F3F3"/>
              </a:buClr>
              <a:buSzPct val="80000"/>
              <a:buFont typeface="Courier New" panose="02070309020205020404" pitchFamily="49" charset="0"/>
              <a:buChar char="o"/>
              <a:defRPr/>
            </a:pPr>
            <a:r>
              <a:rPr lang="en-US" sz="240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Play-test with more (8) players.</a:t>
            </a:r>
          </a:p>
          <a:p>
            <a:pPr marL="388620" lvl="0" indent="-342900">
              <a:spcAft>
                <a:spcPts val="1200"/>
              </a:spcAft>
              <a:buClr>
                <a:srgbClr val="F3F3F3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lang="en-US" sz="1200">
              <a:solidFill>
                <a:srgbClr val="F3F3F3"/>
              </a:solidFill>
              <a:latin typeface="Times New Roman"/>
              <a:ea typeface="+mn-l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756322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>
          <a:extLst>
            <a:ext uri="{FF2B5EF4-FFF2-40B4-BE49-F238E27FC236}">
              <a16:creationId xmlns:a16="http://schemas.microsoft.com/office/drawing/2014/main" id="{E907C3FB-D73C-46F9-513C-E63DB4DC0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:notes">
            <a:extLst>
              <a:ext uri="{FF2B5EF4-FFF2-40B4-BE49-F238E27FC236}">
                <a16:creationId xmlns:a16="http://schemas.microsoft.com/office/drawing/2014/main" id="{39DC77D0-736E-2AC8-0BE7-0E8C787DF4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p:notes">
            <a:extLst>
              <a:ext uri="{FF2B5EF4-FFF2-40B4-BE49-F238E27FC236}">
                <a16:creationId xmlns:a16="http://schemas.microsoft.com/office/drawing/2014/main" id="{0B2A90DD-8562-0F4C-AD62-8AF9CA578E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Verified by checking over all output manually and cross references documentation when applicable. Furthermore, everything had to be reviewed when made into a PR.</a:t>
            </a:r>
          </a:p>
        </p:txBody>
      </p:sp>
    </p:spTree>
    <p:extLst>
      <p:ext uri="{BB962C8B-B14F-4D97-AF65-F5344CB8AC3E}">
        <p14:creationId xmlns:p14="http://schemas.microsoft.com/office/powerpoint/2010/main" val="3698865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>
          <a:extLst>
            <a:ext uri="{FF2B5EF4-FFF2-40B4-BE49-F238E27FC236}">
              <a16:creationId xmlns:a16="http://schemas.microsoft.com/office/drawing/2014/main" id="{855A5FAC-B406-2B07-B23B-A303DDA6B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:notes">
            <a:extLst>
              <a:ext uri="{FF2B5EF4-FFF2-40B4-BE49-F238E27FC236}">
                <a16:creationId xmlns:a16="http://schemas.microsoft.com/office/drawing/2014/main" id="{01513974-8780-445E-EDD8-5E338A15E7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p:notes">
            <a:extLst>
              <a:ext uri="{FF2B5EF4-FFF2-40B4-BE49-F238E27FC236}">
                <a16:creationId xmlns:a16="http://schemas.microsoft.com/office/drawing/2014/main" id="{7C9C5600-1242-C193-C6B7-B4E7305764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 seconds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77378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.png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12" Type="http://schemas.openxmlformats.org/officeDocument/2006/relationships/hyperlink" Target="http://bit.ly/2TtBDfr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11" Type="http://schemas.openxmlformats.org/officeDocument/2006/relationships/hyperlink" Target="http://bit.ly/2TyoMsr" TargetMode="External"/><Relationship Id="rId5" Type="http://schemas.openxmlformats.org/officeDocument/2006/relationships/image" Target="../media/image6.png"/><Relationship Id="rId10" Type="http://schemas.openxmlformats.org/officeDocument/2006/relationships/hyperlink" Target="http://bit.ly/2Tynxth" TargetMode="External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Layouts/_rels/slideLayout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261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3AF8A-12F3-4DF4-A498-9A46A51F7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B862C2-A3E6-4ADA-BFBE-7AB94FC6A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AEE96-75DF-BB28-4E29-2756EBD1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CD8D-254C-41BF-ABAD-F50EA83F24B1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70FCB-C119-FEA7-4B21-E10ACBEA7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B0CC2-6D82-8218-2E42-57563CB6B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2D2D-A27B-4BA3-967B-F74142F1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078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9DBDC-A33A-C40F-33F5-53C386420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D5102-06FF-B00C-65A3-4866C84AE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F287F-0584-E262-80A5-1E8CB762E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CD8D-254C-41BF-ABAD-F50EA83F24B1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DBA73-3C90-9B10-8AF9-B4F2FCAD5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8669A-4BEC-4075-D181-77BC6A139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2D2D-A27B-4BA3-967B-F74142F1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427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226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1D4CC-7B53-756C-7CC0-FBCE59D1A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30AAA-7DA4-215A-BE35-D5B358DFB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9AD8B-F8F0-5C1B-8AEE-08C705F10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CD8D-254C-41BF-ABAD-F50EA83F24B1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7A052-C771-15E0-E862-E028F3083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9CC3-2653-E0F2-07AD-742C1F5E2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2D2D-A27B-4BA3-967B-F74142F1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190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DB795-B100-655D-11A9-E9D7921D9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ABF43-36E4-F62A-2432-03E481DD88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F76681-6C86-CC6C-638E-EAE225D36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9C4D37-1358-C0EA-AC64-9BD20A269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CD8D-254C-41BF-ABAD-F50EA83F24B1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78C3F-20B4-7417-CBD0-582941C15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65F0C-5020-5C49-0D75-0AC70D470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2D2D-A27B-4BA3-967B-F74142F1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75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343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CC4D5-D44E-41A9-BCC0-E2388D431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20567-AE5B-FFC4-A21D-011955F9C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6F9832-6A04-7EF0-A4BF-2330B278B3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F9E7E-D86A-9971-4788-CB58393C57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AB10C3-9392-DF92-EE1D-B90BB83903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CE8672-6B70-2164-8353-7BF01AEC0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CD8D-254C-41BF-ABAD-F50EA83F24B1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F99AA9-4C1D-781E-31DF-6B7795C47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B61D13-B735-462B-87DA-AD375992B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2D2D-A27B-4BA3-967B-F74142F1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43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9FCC2-4590-9822-D73D-8CD57AAD2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E3B653-6FE9-A2E8-C301-F9806D85A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CD8D-254C-41BF-ABAD-F50EA83F24B1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44CF63-22D0-2922-A109-4BC3B4256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9AD622-2032-C13F-CDCA-D7DCB9C1C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2D2D-A27B-4BA3-967B-F74142F1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641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A6B995-9076-C65D-478B-2C2CBF1E7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CD8D-254C-41BF-ABAD-F50EA83F24B1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769951-CF0C-0B94-02BB-BB4AB3112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88039-4666-C32D-7E84-23644157B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2D2D-A27B-4BA3-967B-F74142F1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956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92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845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54E5F-D681-21FA-DA05-2005A59EA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AC4EB-3AF6-5B20-4348-6ACE61A7B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3857F1-8010-DA45-643E-292AC15360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8B0AB-AF9A-4CF0-D52A-5A296AE3E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CD8D-254C-41BF-ABAD-F50EA83F24B1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4C75B3-96A8-FDEE-05EA-A407C04C9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8386D2-4706-5EA5-1BDB-577E150CD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2D2D-A27B-4BA3-967B-F74142F1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973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6E651-4C9C-B9B7-B2E2-87698D2D0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BCE2B4-4CD2-6B20-CD3F-B84DA43333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F2C28F-4FB1-97E8-6357-CDDC79565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C0095-3734-61D1-06F3-B9577D68F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CD8D-254C-41BF-ABAD-F50EA83F24B1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CFB44-420D-CB59-2AD2-23960312D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47BB8-2181-F9A4-2B52-9EC1FD3EE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2D2D-A27B-4BA3-967B-F74142F1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897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11528-E300-3D73-6F27-5E76A9ABB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7D4C67-10F7-8B68-DB75-3A1DCC5F1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D324F-A48A-A4EB-66E1-49A0B68E5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CD8D-254C-41BF-ABAD-F50EA83F24B1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B9A3E-B629-A348-7E22-0D891B9DE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F59C6-150E-635E-1E34-0DAC3990A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2D2D-A27B-4BA3-967B-F74142F1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785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351332-8BA9-A9E8-9E8E-338C0DF157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235BB2-1A17-B1C1-4785-C38DC2489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55852-0269-9623-FC6C-4EEE789FE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CD8D-254C-41BF-ABAD-F50EA83F24B1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90C4E-B5F2-874A-FD66-0B697CA28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378F8-48F0-F631-32DF-51F3AB3BB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2D2D-A27B-4BA3-967B-F74142F1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976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lin ang="5400012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43000" y="1520233"/>
            <a:ext cx="8254800" cy="30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400" b="1">
                <a:latin typeface="Orbitron"/>
                <a:ea typeface="Orbitron"/>
                <a:cs typeface="Orbitron"/>
                <a:sym typeface="Orbitr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43000" y="4712933"/>
            <a:ext cx="5704400" cy="6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116473" y="-3646734"/>
            <a:ext cx="6861353" cy="68580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86056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4414400" y="2601467"/>
            <a:ext cx="6756800" cy="21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8755200" y="1402867"/>
            <a:ext cx="24160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4414400" y="4836733"/>
            <a:ext cx="6756800" cy="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" name="Google Shape;1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57650" y="3465269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 flipH="1">
            <a:off x="-372633" y="-3341933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1651002" y="-3479798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9" name="Google Shape;19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3231913" y="2819400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2854849" y="2540002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1" name="Google Shape;21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8100029" flipH="1">
            <a:off x="376570" y="3339631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5400000" flipH="1">
            <a:off x="1326630" y="4276729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700000" flipH="1">
            <a:off x="1221709" y="5579849"/>
            <a:ext cx="1166009" cy="1204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507998" y="-4613165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5" name="Google Shape;25;p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10800000">
            <a:off x="171460" y="-4173592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10800000">
            <a:off x="1600248" y="38103"/>
            <a:ext cx="1755168" cy="18157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06816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gradFill>
          <a:gsLst>
            <a:gs pos="0">
              <a:srgbClr val="2B2929"/>
            </a:gs>
            <a:gs pos="58999">
              <a:schemeClr val="lt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51501" y="-3702102"/>
            <a:ext cx="5006267" cy="5575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4796133" y="834802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57919" y="-2709665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" name="Google Shape;31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165566" y="3910802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2" name="Google Shape;32;p4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 rot="5366725">
            <a:off x="1379382" y="5587256"/>
            <a:ext cx="1473199" cy="1523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799948">
            <a:off x="6648701" y="5227242"/>
            <a:ext cx="1393632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2666691">
            <a:off x="304505" y="391575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00035" y="3172035"/>
            <a:ext cx="5669631" cy="631396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 txBox="1">
            <a:spLocks noGrp="1"/>
          </p:cNvSpPr>
          <p:nvPr>
            <p:ph type="subTitle" idx="1"/>
          </p:nvPr>
        </p:nvSpPr>
        <p:spPr>
          <a:xfrm flipH="1">
            <a:off x="1948333" y="3045300"/>
            <a:ext cx="4383600" cy="18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 flipH="1">
            <a:off x="1948189" y="2197233"/>
            <a:ext cx="4840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83821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0125768" y="-2736981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0234267" y="-1303217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1" name="Google Shape;41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626340" y="-625210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5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 rot="-5400000">
            <a:off x="10604765" y="774766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800000">
            <a:off x="-4445917" y="-1502498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4" name="Google Shape;44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699971">
            <a:off x="150403" y="2709447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5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 rot="5400000">
            <a:off x="40363" y="1789977"/>
            <a:ext cx="1473199" cy="152399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1931533" y="491788"/>
            <a:ext cx="3340800" cy="7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title" idx="2"/>
          </p:nvPr>
        </p:nvSpPr>
        <p:spPr>
          <a:xfrm>
            <a:off x="6919900" y="491788"/>
            <a:ext cx="3340800" cy="7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1"/>
          </p:nvPr>
        </p:nvSpPr>
        <p:spPr>
          <a:xfrm>
            <a:off x="6919900" y="4629367"/>
            <a:ext cx="3340800" cy="11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33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ubTitle" idx="3"/>
          </p:nvPr>
        </p:nvSpPr>
        <p:spPr>
          <a:xfrm>
            <a:off x="1931533" y="4629367"/>
            <a:ext cx="3340800" cy="11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33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pic>
        <p:nvPicPr>
          <p:cNvPr id="50" name="Google Shape;5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 flipH="1">
            <a:off x="2530168" y="4934936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2699971" flipH="1">
            <a:off x="10565437" y="3370914"/>
            <a:ext cx="1393631" cy="14391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09100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8864069" y="-3858333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54" name="Google Shape;54;p6"/>
          <p:cNvPicPr preferRelativeResize="0"/>
          <p:nvPr/>
        </p:nvPicPr>
        <p:blipFill rotWithShape="1">
          <a:blip r:embed="rId3">
            <a:alphaModFix/>
          </a:blip>
          <a:srcRect l="19260" r="-24968"/>
          <a:stretch/>
        </p:blipFill>
        <p:spPr>
          <a:xfrm rot="5399945">
            <a:off x="10359033" y="17075"/>
            <a:ext cx="1473267" cy="1439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6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 rot="10800000">
            <a:off x="10626197" y="297748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-3931934" y="3668895"/>
            <a:ext cx="7717468" cy="859456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"/>
          <p:cNvSpPr txBox="1">
            <a:spLocks noGrp="1"/>
          </p:cNvSpPr>
          <p:nvPr>
            <p:ph type="title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31176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636507" y="-1953865"/>
            <a:ext cx="10854469" cy="10907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600" y="-3086084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7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 rot="5400000">
            <a:off x="6096013" y="2126889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7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>
            <a:off x="7786246" y="5060589"/>
            <a:ext cx="1473199" cy="152399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>
            <a:spLocks noGrp="1"/>
          </p:cNvSpPr>
          <p:nvPr>
            <p:ph type="body" idx="1"/>
          </p:nvPr>
        </p:nvSpPr>
        <p:spPr>
          <a:xfrm>
            <a:off x="934367" y="2469800"/>
            <a:ext cx="5505600" cy="35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arker Grotesque Medium"/>
              <a:buChar char="⬥"/>
              <a:defRPr sz="2133"/>
            </a:lvl1pPr>
            <a:lvl2pPr marL="1219140" lvl="1" indent="-423312" rtl="0">
              <a:spcBef>
                <a:spcPts val="0"/>
              </a:spcBef>
              <a:spcAft>
                <a:spcPts val="0"/>
              </a:spcAft>
              <a:buSzPts val="1400"/>
              <a:buFont typeface="Darker Grotesque Medium"/>
              <a:buChar char="○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marL="1828709" lvl="2" indent="-423312" rtl="0">
              <a:spcBef>
                <a:spcPts val="0"/>
              </a:spcBef>
              <a:spcAft>
                <a:spcPts val="0"/>
              </a:spcAft>
              <a:buSzPts val="1400"/>
              <a:buFont typeface="Darker Grotesque Medium"/>
              <a:buChar char="■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marL="2438278" lvl="3" indent="-423312" rtl="0">
              <a:spcBef>
                <a:spcPts val="0"/>
              </a:spcBef>
              <a:spcAft>
                <a:spcPts val="0"/>
              </a:spcAft>
              <a:buSzPts val="1400"/>
              <a:buFont typeface="Darker Grotesque Medium"/>
              <a:buChar char="●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marL="3047848" lvl="4" indent="-423312" rtl="0">
              <a:spcBef>
                <a:spcPts val="0"/>
              </a:spcBef>
              <a:spcAft>
                <a:spcPts val="0"/>
              </a:spcAft>
              <a:buSzPts val="1400"/>
              <a:buFont typeface="Darker Grotesque Medium"/>
              <a:buChar char="○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SzPts val="1400"/>
              <a:buFont typeface="Darker Grotesque Medium"/>
              <a:buChar char="■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marL="4266987" lvl="6" indent="-423312" rtl="0">
              <a:spcBef>
                <a:spcPts val="0"/>
              </a:spcBef>
              <a:spcAft>
                <a:spcPts val="0"/>
              </a:spcAft>
              <a:buSzPts val="1400"/>
              <a:buFont typeface="Darker Grotesque Medium"/>
              <a:buChar char="●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marL="4876557" lvl="7" indent="-423312" rtl="0">
              <a:spcBef>
                <a:spcPts val="0"/>
              </a:spcBef>
              <a:spcAft>
                <a:spcPts val="0"/>
              </a:spcAft>
              <a:buSzPts val="1400"/>
              <a:buFont typeface="Darker Grotesque Medium"/>
              <a:buChar char="○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marL="5486126" lvl="8" indent="-423312" rtl="0">
              <a:spcBef>
                <a:spcPts val="0"/>
              </a:spcBef>
              <a:spcAft>
                <a:spcPts val="0"/>
              </a:spcAft>
              <a:buSzPts val="1400"/>
              <a:buFont typeface="Darker Grotesque Medium"/>
              <a:buChar char="■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title"/>
          </p:nvPr>
        </p:nvSpPr>
        <p:spPr>
          <a:xfrm>
            <a:off x="934367" y="860967"/>
            <a:ext cx="5505600" cy="1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042217">
            <a:off x="254924" y="117327"/>
            <a:ext cx="1166008" cy="1204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00000" flipH="1">
            <a:off x="-2266534" y="5052514"/>
            <a:ext cx="6158137" cy="685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5078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2698631" scaled="0"/>
        </a:gra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8177128" y="-2971436"/>
            <a:ext cx="6861353" cy="6858003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>
            <a:spLocks noGrp="1"/>
          </p:cNvSpPr>
          <p:nvPr>
            <p:ph type="title"/>
          </p:nvPr>
        </p:nvSpPr>
        <p:spPr>
          <a:xfrm>
            <a:off x="983400" y="1067367"/>
            <a:ext cx="8193200" cy="3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26086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2700006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366934" y="-3050086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4356497" y="-5172816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-4020733" y="-2150233"/>
            <a:ext cx="6858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-3979433" y="2361348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75" name="Google Shape;75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-3571793" y="2774193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2699971">
            <a:off x="2682486" y="5043159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9"/>
          <p:cNvPicPr preferRelativeResize="0"/>
          <p:nvPr/>
        </p:nvPicPr>
        <p:blipFill rotWithShape="1">
          <a:blip r:embed="rId7">
            <a:alphaModFix/>
          </a:blip>
          <a:srcRect l="24986" t="19560" r="27255" b="27830"/>
          <a:stretch/>
        </p:blipFill>
        <p:spPr>
          <a:xfrm rot="5400000">
            <a:off x="3542146" y="380257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9"/>
          <p:cNvPicPr preferRelativeResize="0"/>
          <p:nvPr/>
        </p:nvPicPr>
        <p:blipFill rotWithShape="1">
          <a:blip r:embed="rId7">
            <a:alphaModFix/>
          </a:blip>
          <a:srcRect l="24986" t="19560" r="27255" b="27830"/>
          <a:stretch/>
        </p:blipFill>
        <p:spPr>
          <a:xfrm rot="-5400000">
            <a:off x="592329" y="5230946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8100000">
            <a:off x="2657564" y="10168"/>
            <a:ext cx="977104" cy="1008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4410333" y="592981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1" name="Google Shape;81;p9"/>
          <p:cNvSpPr txBox="1">
            <a:spLocks noGrp="1"/>
          </p:cNvSpPr>
          <p:nvPr>
            <p:ph type="title"/>
          </p:nvPr>
        </p:nvSpPr>
        <p:spPr>
          <a:xfrm>
            <a:off x="4449533" y="2048200"/>
            <a:ext cx="67476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subTitle" idx="1"/>
          </p:nvPr>
        </p:nvSpPr>
        <p:spPr>
          <a:xfrm>
            <a:off x="4449400" y="3170600"/>
            <a:ext cx="6747600" cy="16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76733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bg>
      <p:bgPr>
        <a:gradFill>
          <a:gsLst>
            <a:gs pos="0">
              <a:srgbClr val="2B2929"/>
            </a:gs>
            <a:gs pos="58999">
              <a:schemeClr val="lt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1500897" y="-5236967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2085100" y="-3358203"/>
            <a:ext cx="9474200" cy="9520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0"/>
          <p:cNvPicPr preferRelativeResize="0"/>
          <p:nvPr/>
        </p:nvPicPr>
        <p:blipFill rotWithShape="1">
          <a:blip r:embed="rId4">
            <a:alphaModFix/>
          </a:blip>
          <a:srcRect t="23838"/>
          <a:stretch/>
        </p:blipFill>
        <p:spPr>
          <a:xfrm rot="-2700000">
            <a:off x="469432" y="9417"/>
            <a:ext cx="1166005" cy="917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0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>
            <a:off x="4899385" y="-385165"/>
            <a:ext cx="1755168" cy="181570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0"/>
          <p:cNvSpPr txBox="1">
            <a:spLocks noGrp="1"/>
          </p:cNvSpPr>
          <p:nvPr>
            <p:ph type="title"/>
          </p:nvPr>
        </p:nvSpPr>
        <p:spPr>
          <a:xfrm>
            <a:off x="998100" y="513900"/>
            <a:ext cx="4566000" cy="21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89" name="Google Shape;89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 flipH="1">
            <a:off x="9863567" y="2684402"/>
            <a:ext cx="6158137" cy="685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11278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8466568" y="2244836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9736567" y="1051036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93" name="Google Shape;9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 flipH="1">
            <a:off x="9347202" y="-1452698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94" name="Google Shape;9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699971" flipH="1">
            <a:off x="10493654" y="873697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1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-5400000" flipH="1">
            <a:off x="10550526" y="2144577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 flipH="1">
            <a:off x="-2449734" y="1965436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10800000">
            <a:off x="-3725433" y="2728669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98" name="Google Shape;98;p1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10800000">
            <a:off x="-3314617" y="3141516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5884433" y="1595302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0" name="Google Shape;100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58">
            <a:off x="5125703" y="5136914"/>
            <a:ext cx="1393629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1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10800000">
            <a:off x="542664" y="4529001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1109233" y="-3876565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100000" flipH="1">
            <a:off x="4008969" y="605249"/>
            <a:ext cx="1166009" cy="1204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1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5399990">
            <a:off x="2402967" y="-86920"/>
            <a:ext cx="1755164" cy="181570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>
            <a:spLocks noGrp="1"/>
          </p:cNvSpPr>
          <p:nvPr>
            <p:ph type="title" hasCustomPrompt="1"/>
          </p:nvPr>
        </p:nvSpPr>
        <p:spPr>
          <a:xfrm>
            <a:off x="1712000" y="1736733"/>
            <a:ext cx="8768000" cy="28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106" name="Google Shape;106;p11"/>
          <p:cNvSpPr txBox="1">
            <a:spLocks noGrp="1"/>
          </p:cNvSpPr>
          <p:nvPr>
            <p:ph type="subTitle" idx="1"/>
          </p:nvPr>
        </p:nvSpPr>
        <p:spPr>
          <a:xfrm>
            <a:off x="1712000" y="4088500"/>
            <a:ext cx="8768000" cy="6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441809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02730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012" scaled="0"/>
        </a:gra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4261701" y="-2090033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4197098" y="-3963981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11" name="Google Shape;11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699971">
            <a:off x="-965680" y="-57120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3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 rot="5400000">
            <a:off x="-15620" y="-366707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6000" y="-1435084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646984" y="393701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8100029">
            <a:off x="10212487" y="6047547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3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>
            <a:off x="11046735" y="3237369"/>
            <a:ext cx="1755168" cy="181570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3">
            <a:hlinkClick r:id="" action="ppaction://noaction"/>
          </p:cNvPr>
          <p:cNvSpPr txBox="1">
            <a:spLocks noGrp="1"/>
          </p:cNvSpPr>
          <p:nvPr>
            <p:ph type="ctrTitle"/>
          </p:nvPr>
        </p:nvSpPr>
        <p:spPr>
          <a:xfrm>
            <a:off x="1986157" y="747347"/>
            <a:ext cx="60248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118" name="Google Shape;118;p13"/>
          <p:cNvSpPr txBox="1">
            <a:spLocks noGrp="1"/>
          </p:cNvSpPr>
          <p:nvPr>
            <p:ph type="subTitle" idx="1"/>
          </p:nvPr>
        </p:nvSpPr>
        <p:spPr>
          <a:xfrm>
            <a:off x="8050033" y="750329"/>
            <a:ext cx="32084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19" name="Google Shape;119;p13">
            <a:hlinkClick r:id="" action="ppaction://noaction"/>
          </p:cNvPr>
          <p:cNvSpPr txBox="1">
            <a:spLocks noGrp="1"/>
          </p:cNvSpPr>
          <p:nvPr>
            <p:ph type="ctrTitle" idx="2"/>
          </p:nvPr>
        </p:nvSpPr>
        <p:spPr>
          <a:xfrm>
            <a:off x="1986157" y="1709313"/>
            <a:ext cx="6024800" cy="6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subTitle" idx="3"/>
          </p:nvPr>
        </p:nvSpPr>
        <p:spPr>
          <a:xfrm>
            <a:off x="8050033" y="1709296"/>
            <a:ext cx="32084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21" name="Google Shape;121;p13">
            <a:hlinkClick r:id="" action="ppaction://noaction"/>
          </p:cNvPr>
          <p:cNvSpPr txBox="1">
            <a:spLocks noGrp="1"/>
          </p:cNvSpPr>
          <p:nvPr>
            <p:ph type="ctrTitle" idx="4"/>
          </p:nvPr>
        </p:nvSpPr>
        <p:spPr>
          <a:xfrm>
            <a:off x="1986157" y="2657064"/>
            <a:ext cx="60248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5"/>
          </p:nvPr>
        </p:nvSpPr>
        <p:spPr>
          <a:xfrm>
            <a:off x="8050033" y="2654668"/>
            <a:ext cx="32084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23" name="Google Shape;123;p13">
            <a:hlinkClick r:id="" action="ppaction://noaction"/>
          </p:cNvPr>
          <p:cNvSpPr txBox="1">
            <a:spLocks noGrp="1"/>
          </p:cNvSpPr>
          <p:nvPr>
            <p:ph type="ctrTitle" idx="6"/>
          </p:nvPr>
        </p:nvSpPr>
        <p:spPr>
          <a:xfrm>
            <a:off x="1986157" y="3606095"/>
            <a:ext cx="60248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7"/>
          </p:nvPr>
        </p:nvSpPr>
        <p:spPr>
          <a:xfrm>
            <a:off x="8050033" y="3603703"/>
            <a:ext cx="32084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25" name="Google Shape;125;p13">
            <a:hlinkClick r:id="" action="ppaction://noaction"/>
          </p:cNvPr>
          <p:cNvSpPr txBox="1">
            <a:spLocks noGrp="1"/>
          </p:cNvSpPr>
          <p:nvPr>
            <p:ph type="ctrTitle" idx="8"/>
          </p:nvPr>
        </p:nvSpPr>
        <p:spPr>
          <a:xfrm>
            <a:off x="1986159" y="4552244"/>
            <a:ext cx="6024800" cy="6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subTitle" idx="9"/>
          </p:nvPr>
        </p:nvSpPr>
        <p:spPr>
          <a:xfrm>
            <a:off x="8050033" y="4552229"/>
            <a:ext cx="32084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27" name="Google Shape;127;p13">
            <a:hlinkClick r:id="" action="ppaction://noaction"/>
          </p:cNvPr>
          <p:cNvSpPr txBox="1">
            <a:spLocks noGrp="1"/>
          </p:cNvSpPr>
          <p:nvPr>
            <p:ph type="ctrTitle" idx="13"/>
          </p:nvPr>
        </p:nvSpPr>
        <p:spPr>
          <a:xfrm>
            <a:off x="1986159" y="5501053"/>
            <a:ext cx="60248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subTitle" idx="14"/>
          </p:nvPr>
        </p:nvSpPr>
        <p:spPr>
          <a:xfrm>
            <a:off x="8050033" y="5504071"/>
            <a:ext cx="32084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29" name="Google Shape;129;p13">
            <a:hlinkClick r:id="" action="ppaction://noaction"/>
          </p:cNvPr>
          <p:cNvSpPr txBox="1">
            <a:spLocks noGrp="1"/>
          </p:cNvSpPr>
          <p:nvPr>
            <p:ph type="title" idx="15" hasCustomPrompt="1"/>
          </p:nvPr>
        </p:nvSpPr>
        <p:spPr>
          <a:xfrm>
            <a:off x="933575" y="749747"/>
            <a:ext cx="1012800" cy="60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00"/>
              <a:buNone/>
              <a:defRPr sz="33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t>xx%</a:t>
            </a:r>
          </a:p>
        </p:txBody>
      </p:sp>
      <p:sp>
        <p:nvSpPr>
          <p:cNvPr id="130" name="Google Shape;130;p13">
            <a:hlinkClick r:id="" action="ppaction://noaction"/>
          </p:cNvPr>
          <p:cNvSpPr txBox="1">
            <a:spLocks noGrp="1"/>
          </p:cNvSpPr>
          <p:nvPr>
            <p:ph type="title" idx="16" hasCustomPrompt="1"/>
          </p:nvPr>
        </p:nvSpPr>
        <p:spPr>
          <a:xfrm>
            <a:off x="933913" y="1708913"/>
            <a:ext cx="1012800" cy="60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00"/>
              <a:buNone/>
              <a:defRPr sz="33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t>xx%</a:t>
            </a:r>
          </a:p>
        </p:txBody>
      </p:sp>
      <p:sp>
        <p:nvSpPr>
          <p:cNvPr id="131" name="Google Shape;131;p13">
            <a:hlinkClick r:id="" action="ppaction://noaction"/>
          </p:cNvPr>
          <p:cNvSpPr txBox="1">
            <a:spLocks noGrp="1"/>
          </p:cNvSpPr>
          <p:nvPr>
            <p:ph type="title" idx="17" hasCustomPrompt="1"/>
          </p:nvPr>
        </p:nvSpPr>
        <p:spPr>
          <a:xfrm>
            <a:off x="933575" y="2654664"/>
            <a:ext cx="1012800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00"/>
              <a:buNone/>
              <a:defRPr sz="33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t>xx%</a:t>
            </a:r>
          </a:p>
        </p:txBody>
      </p:sp>
      <p:sp>
        <p:nvSpPr>
          <p:cNvPr id="132" name="Google Shape;132;p13">
            <a:hlinkClick r:id="" action="ppaction://noaction"/>
          </p:cNvPr>
          <p:cNvSpPr txBox="1">
            <a:spLocks noGrp="1"/>
          </p:cNvSpPr>
          <p:nvPr>
            <p:ph type="title" idx="18" hasCustomPrompt="1"/>
          </p:nvPr>
        </p:nvSpPr>
        <p:spPr>
          <a:xfrm>
            <a:off x="933913" y="3606095"/>
            <a:ext cx="1012800" cy="60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00"/>
              <a:buNone/>
              <a:defRPr sz="33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t>xx%</a:t>
            </a:r>
          </a:p>
        </p:txBody>
      </p:sp>
      <p:sp>
        <p:nvSpPr>
          <p:cNvPr id="133" name="Google Shape;133;p13">
            <a:hlinkClick r:id="" action="ppaction://noaction"/>
          </p:cNvPr>
          <p:cNvSpPr txBox="1">
            <a:spLocks noGrp="1"/>
          </p:cNvSpPr>
          <p:nvPr>
            <p:ph type="title" idx="19" hasCustomPrompt="1"/>
          </p:nvPr>
        </p:nvSpPr>
        <p:spPr>
          <a:xfrm>
            <a:off x="933575" y="5503453"/>
            <a:ext cx="1012800" cy="60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00"/>
              <a:buNone/>
              <a:defRPr sz="33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t>xx%</a:t>
            </a:r>
          </a:p>
        </p:txBody>
      </p:sp>
      <p:sp>
        <p:nvSpPr>
          <p:cNvPr id="134" name="Google Shape;134;p13">
            <a:hlinkClick r:id="" action="ppaction://noaction"/>
          </p:cNvPr>
          <p:cNvSpPr txBox="1">
            <a:spLocks noGrp="1"/>
          </p:cNvSpPr>
          <p:nvPr>
            <p:ph type="title" idx="20" hasCustomPrompt="1"/>
          </p:nvPr>
        </p:nvSpPr>
        <p:spPr>
          <a:xfrm>
            <a:off x="933575" y="4554244"/>
            <a:ext cx="1012800" cy="60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00"/>
              <a:buNone/>
              <a:defRPr sz="33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t>xx%</a:t>
            </a:r>
          </a:p>
        </p:txBody>
      </p:sp>
      <p:pic>
        <p:nvPicPr>
          <p:cNvPr id="135" name="Google Shape;13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016232">
            <a:off x="137968" y="5511386"/>
            <a:ext cx="1166008" cy="12040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77719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012" scaled="0"/>
        </a:gra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>
            <a:spLocks noGrp="1"/>
          </p:cNvSpPr>
          <p:nvPr>
            <p:ph type="title"/>
          </p:nvPr>
        </p:nvSpPr>
        <p:spPr>
          <a:xfrm>
            <a:off x="1766000" y="2300300"/>
            <a:ext cx="45212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38" name="Google Shape;138;p14"/>
          <p:cNvSpPr txBox="1">
            <a:spLocks noGrp="1"/>
          </p:cNvSpPr>
          <p:nvPr>
            <p:ph type="subTitle" idx="1"/>
          </p:nvPr>
        </p:nvSpPr>
        <p:spPr>
          <a:xfrm>
            <a:off x="1766000" y="2778300"/>
            <a:ext cx="382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39" name="Google Shape;139;p14"/>
          <p:cNvSpPr txBox="1">
            <a:spLocks noGrp="1"/>
          </p:cNvSpPr>
          <p:nvPr>
            <p:ph type="title" idx="2"/>
          </p:nvPr>
        </p:nvSpPr>
        <p:spPr>
          <a:xfrm>
            <a:off x="6917600" y="2300300"/>
            <a:ext cx="45212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40" name="Google Shape;140;p14"/>
          <p:cNvSpPr txBox="1">
            <a:spLocks noGrp="1"/>
          </p:cNvSpPr>
          <p:nvPr>
            <p:ph type="subTitle" idx="3"/>
          </p:nvPr>
        </p:nvSpPr>
        <p:spPr>
          <a:xfrm>
            <a:off x="6917600" y="2778300"/>
            <a:ext cx="382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title" idx="4"/>
          </p:nvPr>
        </p:nvSpPr>
        <p:spPr>
          <a:xfrm>
            <a:off x="1766000" y="4103133"/>
            <a:ext cx="45212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42" name="Google Shape;142;p14"/>
          <p:cNvSpPr txBox="1">
            <a:spLocks noGrp="1"/>
          </p:cNvSpPr>
          <p:nvPr>
            <p:ph type="subTitle" idx="5"/>
          </p:nvPr>
        </p:nvSpPr>
        <p:spPr>
          <a:xfrm>
            <a:off x="1766000" y="4581133"/>
            <a:ext cx="382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43" name="Google Shape;143;p14"/>
          <p:cNvSpPr txBox="1">
            <a:spLocks noGrp="1"/>
          </p:cNvSpPr>
          <p:nvPr>
            <p:ph type="title" idx="6"/>
          </p:nvPr>
        </p:nvSpPr>
        <p:spPr>
          <a:xfrm>
            <a:off x="6917600" y="4103133"/>
            <a:ext cx="45212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44" name="Google Shape;144;p14"/>
          <p:cNvSpPr txBox="1">
            <a:spLocks noGrp="1"/>
          </p:cNvSpPr>
          <p:nvPr>
            <p:ph type="subTitle" idx="7"/>
          </p:nvPr>
        </p:nvSpPr>
        <p:spPr>
          <a:xfrm>
            <a:off x="6917600" y="4581133"/>
            <a:ext cx="382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45" name="Google Shape;145;p14"/>
          <p:cNvSpPr txBox="1">
            <a:spLocks noGrp="1"/>
          </p:cNvSpPr>
          <p:nvPr>
            <p:ph type="title" idx="8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4">
            <a:hlinkClick r:id="" action="ppaction://noaction"/>
          </p:cNvPr>
          <p:cNvSpPr txBox="1">
            <a:spLocks noGrp="1"/>
          </p:cNvSpPr>
          <p:nvPr>
            <p:ph type="title" idx="9" hasCustomPrompt="1"/>
          </p:nvPr>
        </p:nvSpPr>
        <p:spPr>
          <a:xfrm>
            <a:off x="753208" y="2679831"/>
            <a:ext cx="1012800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00"/>
              <a:buNone/>
              <a:defRPr sz="33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t>xx%</a:t>
            </a:r>
          </a:p>
        </p:txBody>
      </p:sp>
      <p:sp>
        <p:nvSpPr>
          <p:cNvPr id="147" name="Google Shape;147;p14">
            <a:hlinkClick r:id="" action="ppaction://noaction"/>
          </p:cNvPr>
          <p:cNvSpPr txBox="1">
            <a:spLocks noGrp="1"/>
          </p:cNvSpPr>
          <p:nvPr>
            <p:ph type="title" idx="13" hasCustomPrompt="1"/>
          </p:nvPr>
        </p:nvSpPr>
        <p:spPr>
          <a:xfrm>
            <a:off x="5904808" y="2679831"/>
            <a:ext cx="1012800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00"/>
              <a:buNone/>
              <a:defRPr sz="33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t>xx%</a:t>
            </a:r>
          </a:p>
        </p:txBody>
      </p:sp>
      <p:sp>
        <p:nvSpPr>
          <p:cNvPr id="148" name="Google Shape;148;p14">
            <a:hlinkClick r:id="" action="ppaction://noaction"/>
          </p:cNvPr>
          <p:cNvSpPr txBox="1">
            <a:spLocks noGrp="1"/>
          </p:cNvSpPr>
          <p:nvPr>
            <p:ph type="title" idx="14" hasCustomPrompt="1"/>
          </p:nvPr>
        </p:nvSpPr>
        <p:spPr>
          <a:xfrm>
            <a:off x="753208" y="4512197"/>
            <a:ext cx="1012800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00"/>
              <a:buNone/>
              <a:defRPr sz="33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t>xx%</a:t>
            </a:r>
          </a:p>
        </p:txBody>
      </p:sp>
      <p:sp>
        <p:nvSpPr>
          <p:cNvPr id="149" name="Google Shape;149;p14">
            <a:hlinkClick r:id="" action="ppaction://noaction"/>
          </p:cNvPr>
          <p:cNvSpPr txBox="1">
            <a:spLocks noGrp="1"/>
          </p:cNvSpPr>
          <p:nvPr>
            <p:ph type="title" idx="15" hasCustomPrompt="1"/>
          </p:nvPr>
        </p:nvSpPr>
        <p:spPr>
          <a:xfrm>
            <a:off x="5904808" y="4512197"/>
            <a:ext cx="1012800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00"/>
              <a:buNone/>
              <a:defRPr sz="33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t>xx%</a:t>
            </a:r>
          </a:p>
        </p:txBody>
      </p:sp>
      <p:pic>
        <p:nvPicPr>
          <p:cNvPr id="150" name="Google Shape;150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9774418" y="3211169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51" name="Google Shape;151;p14"/>
          <p:cNvPicPr preferRelativeResize="0"/>
          <p:nvPr/>
        </p:nvPicPr>
        <p:blipFill rotWithShape="1">
          <a:blip r:embed="rId3">
            <a:alphaModFix/>
          </a:blip>
          <a:srcRect l="27325"/>
          <a:stretch/>
        </p:blipFill>
        <p:spPr>
          <a:xfrm rot="56" flipH="1">
            <a:off x="11228167" y="3142008"/>
            <a:ext cx="1012800" cy="1439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4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 rot="-5400000" flipH="1">
            <a:off x="10618242" y="5156545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 flipH="1">
            <a:off x="-2978501" y="4666636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4"/>
          <p:cNvPicPr preferRelativeResize="0"/>
          <p:nvPr/>
        </p:nvPicPr>
        <p:blipFill rotWithShape="1">
          <a:blip r:embed="rId3">
            <a:alphaModFix/>
          </a:blip>
          <a:srcRect l="18923" b="-2145"/>
          <a:stretch/>
        </p:blipFill>
        <p:spPr>
          <a:xfrm rot="2666696">
            <a:off x="229031" y="87721"/>
            <a:ext cx="1129872" cy="14699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48808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8720570" y="-2521434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57" name="Google Shape;15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6347234" y="-3341933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7857837" y="4040149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59" name="Google Shape;15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-4590197" y="3357964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8099971">
            <a:off x="230806" y="188011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697150" y="3796002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8099971">
            <a:off x="4070439" y="5532029"/>
            <a:ext cx="1393631" cy="143911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5"/>
          <p:cNvSpPr txBox="1">
            <a:spLocks noGrp="1"/>
          </p:cNvSpPr>
          <p:nvPr>
            <p:ph type="title"/>
          </p:nvPr>
        </p:nvSpPr>
        <p:spPr>
          <a:xfrm>
            <a:off x="1242367" y="2601467"/>
            <a:ext cx="6756800" cy="21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64" name="Google Shape;164;p15"/>
          <p:cNvSpPr txBox="1">
            <a:spLocks noGrp="1"/>
          </p:cNvSpPr>
          <p:nvPr>
            <p:ph type="title" idx="2" hasCustomPrompt="1"/>
          </p:nvPr>
        </p:nvSpPr>
        <p:spPr>
          <a:xfrm>
            <a:off x="1242367" y="1402867"/>
            <a:ext cx="24160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65" name="Google Shape;165;p15"/>
          <p:cNvSpPr txBox="1">
            <a:spLocks noGrp="1"/>
          </p:cNvSpPr>
          <p:nvPr>
            <p:ph type="subTitle" idx="1"/>
          </p:nvPr>
        </p:nvSpPr>
        <p:spPr>
          <a:xfrm>
            <a:off x="1242367" y="4836733"/>
            <a:ext cx="6756800" cy="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6" name="Google Shape;166;p15"/>
          <p:cNvPicPr preferRelativeResize="0"/>
          <p:nvPr/>
        </p:nvPicPr>
        <p:blipFill rotWithShape="1">
          <a:blip r:embed="rId7">
            <a:alphaModFix/>
          </a:blip>
          <a:srcRect l="24986" t="19560" r="27255" b="27830"/>
          <a:stretch/>
        </p:blipFill>
        <p:spPr>
          <a:xfrm rot="-5400000" flipH="1">
            <a:off x="-491360" y="4555245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5"/>
          <p:cNvPicPr preferRelativeResize="0"/>
          <p:nvPr/>
        </p:nvPicPr>
        <p:blipFill rotWithShape="1">
          <a:blip r:embed="rId7">
            <a:alphaModFix/>
          </a:blip>
          <a:srcRect l="24986" t="19560" r="27255" b="27830"/>
          <a:stretch/>
        </p:blipFill>
        <p:spPr>
          <a:xfrm rot="-5400000" flipH="1">
            <a:off x="7145542" y="-170890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5"/>
          <p:cNvPicPr preferRelativeResize="0"/>
          <p:nvPr/>
        </p:nvPicPr>
        <p:blipFill rotWithShape="1">
          <a:blip r:embed="rId7">
            <a:alphaModFix/>
          </a:blip>
          <a:srcRect l="24986" t="19560" r="27255" b="27830"/>
          <a:stretch/>
        </p:blipFill>
        <p:spPr>
          <a:xfrm rot="-5400000" flipH="1">
            <a:off x="8964575" y="4383945"/>
            <a:ext cx="1473199" cy="15239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85759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 flipH="1">
            <a:off x="-879067" y="-3881001"/>
            <a:ext cx="6016165" cy="6699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7054900" y="-3881001"/>
            <a:ext cx="6016165" cy="6699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8766905" y="-2923253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73" name="Google Shape;17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 flipH="1">
            <a:off x="10135208" y="1465768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6"/>
          <p:cNvPicPr preferRelativeResize="0"/>
          <p:nvPr/>
        </p:nvPicPr>
        <p:blipFill rotWithShape="1">
          <a:blip r:embed="rId5">
            <a:alphaModFix/>
          </a:blip>
          <a:srcRect l="31773"/>
          <a:stretch/>
        </p:blipFill>
        <p:spPr>
          <a:xfrm rot="5400059" flipH="1">
            <a:off x="6005100" y="5630143"/>
            <a:ext cx="950800" cy="1439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3432897" y="-2923253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76" name="Google Shape;17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-7337860" y="1465768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6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>
            <a:off x="301619" y="1056219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6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>
            <a:off x="9903252" y="1056219"/>
            <a:ext cx="1755168" cy="1815703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6"/>
          <p:cNvSpPr txBox="1">
            <a:spLocks noGrp="1"/>
          </p:cNvSpPr>
          <p:nvPr>
            <p:ph type="title"/>
          </p:nvPr>
        </p:nvSpPr>
        <p:spPr>
          <a:xfrm>
            <a:off x="2056800" y="2601467"/>
            <a:ext cx="8078400" cy="21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title" idx="2" hasCustomPrompt="1"/>
          </p:nvPr>
        </p:nvSpPr>
        <p:spPr>
          <a:xfrm>
            <a:off x="4888000" y="1402867"/>
            <a:ext cx="24160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81" name="Google Shape;181;p16"/>
          <p:cNvSpPr txBox="1">
            <a:spLocks noGrp="1"/>
          </p:cNvSpPr>
          <p:nvPr>
            <p:ph type="subTitle" idx="1"/>
          </p:nvPr>
        </p:nvSpPr>
        <p:spPr>
          <a:xfrm>
            <a:off x="2056800" y="4836733"/>
            <a:ext cx="8078400" cy="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72912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8500998" y="4229553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3798964" y="3958521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5181199" y="4344503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4821866" y="5087486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87" name="Google Shape;18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5236164" y="5508317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00000">
            <a:off x="-248500" y="4579486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89" name="Google Shape;189;p17"/>
          <p:cNvPicPr preferRelativeResize="0"/>
          <p:nvPr/>
        </p:nvPicPr>
        <p:blipFill rotWithShape="1">
          <a:blip r:embed="rId7">
            <a:alphaModFix/>
          </a:blip>
          <a:srcRect l="24986" t="19560" r="27255" b="27830"/>
          <a:stretch/>
        </p:blipFill>
        <p:spPr>
          <a:xfrm rot="-5399989">
            <a:off x="1807777" y="5399771"/>
            <a:ext cx="1473203" cy="1524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7"/>
          <p:cNvPicPr preferRelativeResize="0"/>
          <p:nvPr/>
        </p:nvPicPr>
        <p:blipFill rotWithShape="1">
          <a:blip r:embed="rId7">
            <a:alphaModFix/>
          </a:blip>
          <a:srcRect l="24986" t="19560" r="27255" b="27830"/>
          <a:stretch/>
        </p:blipFill>
        <p:spPr>
          <a:xfrm rot="10800000">
            <a:off x="8151063" y="5990539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2700000">
            <a:off x="291395" y="5149005"/>
            <a:ext cx="1166009" cy="1204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478265" y="-3975501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1223770" y="-3704469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6735468" y="-6859048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-498997" y="-4833434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96" name="Google Shape;1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-80197" y="-4424071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4571370" y="-4325434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98" name="Google Shape;198;p17"/>
          <p:cNvPicPr preferRelativeResize="0"/>
          <p:nvPr/>
        </p:nvPicPr>
        <p:blipFill rotWithShape="1">
          <a:blip r:embed="rId7">
            <a:alphaModFix/>
          </a:blip>
          <a:srcRect l="24986" t="19560" r="27255" b="27830"/>
          <a:stretch/>
        </p:blipFill>
        <p:spPr>
          <a:xfrm rot="5400011">
            <a:off x="7899889" y="188278"/>
            <a:ext cx="1473203" cy="1524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7"/>
          <p:cNvPicPr preferRelativeResize="0"/>
          <p:nvPr/>
        </p:nvPicPr>
        <p:blipFill rotWithShape="1">
          <a:blip r:embed="rId7">
            <a:alphaModFix/>
          </a:blip>
          <a:srcRect l="24986" t="19560" r="27255" b="27830"/>
          <a:stretch/>
        </p:blipFill>
        <p:spPr>
          <a:xfrm>
            <a:off x="1274636" y="-694188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-8100000">
            <a:off x="9968234" y="584609"/>
            <a:ext cx="1166009" cy="120403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7"/>
          <p:cNvSpPr txBox="1">
            <a:spLocks noGrp="1"/>
          </p:cNvSpPr>
          <p:nvPr>
            <p:ph type="title"/>
          </p:nvPr>
        </p:nvSpPr>
        <p:spPr>
          <a:xfrm>
            <a:off x="3793067" y="2767533"/>
            <a:ext cx="6828000" cy="12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202" name="Google Shape;202;p17"/>
          <p:cNvSpPr txBox="1">
            <a:spLocks noGrp="1"/>
          </p:cNvSpPr>
          <p:nvPr>
            <p:ph type="title" idx="2" hasCustomPrompt="1"/>
          </p:nvPr>
        </p:nvSpPr>
        <p:spPr>
          <a:xfrm>
            <a:off x="1570900" y="3086267"/>
            <a:ext cx="1937200" cy="14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3" name="Google Shape;203;p17"/>
          <p:cNvSpPr txBox="1">
            <a:spLocks noGrp="1"/>
          </p:cNvSpPr>
          <p:nvPr>
            <p:ph type="subTitle" idx="1"/>
          </p:nvPr>
        </p:nvSpPr>
        <p:spPr>
          <a:xfrm>
            <a:off x="3793067" y="4050733"/>
            <a:ext cx="6828000" cy="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326581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aption 1">
    <p:bg>
      <p:bgPr>
        <a:gradFill>
          <a:gsLst>
            <a:gs pos="0">
              <a:srgbClr val="2B2929"/>
            </a:gs>
            <a:gs pos="58999">
              <a:schemeClr val="lt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28200" y="1572071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4800" y="-200800"/>
            <a:ext cx="9474200" cy="9520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8100000">
            <a:off x="10519926" y="4993216"/>
            <a:ext cx="1166009" cy="1204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8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 rot="10800000">
            <a:off x="5399347" y="4531165"/>
            <a:ext cx="1755168" cy="1815703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8"/>
          <p:cNvSpPr txBox="1">
            <a:spLocks noGrp="1"/>
          </p:cNvSpPr>
          <p:nvPr>
            <p:ph type="title"/>
          </p:nvPr>
        </p:nvSpPr>
        <p:spPr>
          <a:xfrm>
            <a:off x="6515300" y="3716000"/>
            <a:ext cx="4566000" cy="21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16326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 number 1"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44394" y="-3612600"/>
            <a:ext cx="6861353" cy="68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9391137" y="-2797585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13" name="Google Shape;213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7794" y="4535433"/>
            <a:ext cx="6861353" cy="68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5325503" y="4747064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9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 rot="-5400000" flipH="1">
            <a:off x="6461673" y="5359389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8100000" flipH="1">
            <a:off x="536269" y="344349"/>
            <a:ext cx="1166009" cy="1204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8100000" flipH="1">
            <a:off x="791836" y="5707349"/>
            <a:ext cx="1166009" cy="1204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9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 rot="-5400000" flipH="1">
            <a:off x="7845173" y="285689"/>
            <a:ext cx="1473199" cy="152399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9"/>
          <p:cNvSpPr txBox="1">
            <a:spLocks noGrp="1"/>
          </p:cNvSpPr>
          <p:nvPr>
            <p:ph type="title" hasCustomPrompt="1"/>
          </p:nvPr>
        </p:nvSpPr>
        <p:spPr>
          <a:xfrm>
            <a:off x="990400" y="1943333"/>
            <a:ext cx="6782000" cy="28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1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220" name="Google Shape;220;p19"/>
          <p:cNvSpPr txBox="1">
            <a:spLocks noGrp="1"/>
          </p:cNvSpPr>
          <p:nvPr>
            <p:ph type="subTitle" idx="1"/>
          </p:nvPr>
        </p:nvSpPr>
        <p:spPr>
          <a:xfrm>
            <a:off x="990400" y="4281433"/>
            <a:ext cx="6782000" cy="6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86362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8403688" y="-2591234"/>
            <a:ext cx="6861353" cy="68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9874162" y="-2004818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24" name="Google Shape;224;p20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 rot="-5400000" flipH="1">
            <a:off x="9899523" y="845824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073025" y="-2591234"/>
            <a:ext cx="6861353" cy="68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4540146" y="-2004818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27" name="Google Shape;22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-1998883" y="5693729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 rot="-5400000" flipH="1">
            <a:off x="770890" y="845824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/>
          <p:cNvPicPr preferRelativeResize="0"/>
          <p:nvPr/>
        </p:nvPicPr>
        <p:blipFill rotWithShape="1">
          <a:blip r:embed="rId6">
            <a:alphaModFix/>
          </a:blip>
          <a:srcRect t="11260" r="8999"/>
          <a:stretch/>
        </p:blipFill>
        <p:spPr>
          <a:xfrm rot="-8100000" flipH="1">
            <a:off x="5816120" y="6053048"/>
            <a:ext cx="1061065" cy="1068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8166003" y="5693729"/>
            <a:ext cx="6024901" cy="602780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0"/>
          <p:cNvSpPr txBox="1">
            <a:spLocks noGrp="1"/>
          </p:cNvSpPr>
          <p:nvPr>
            <p:ph type="title" hasCustomPrompt="1"/>
          </p:nvPr>
        </p:nvSpPr>
        <p:spPr>
          <a:xfrm>
            <a:off x="4013800" y="1742433"/>
            <a:ext cx="4164400" cy="10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232" name="Google Shape;232;p20"/>
          <p:cNvSpPr txBox="1">
            <a:spLocks noGrp="1"/>
          </p:cNvSpPr>
          <p:nvPr>
            <p:ph type="subTitle" idx="1"/>
          </p:nvPr>
        </p:nvSpPr>
        <p:spPr>
          <a:xfrm>
            <a:off x="4013800" y="2807233"/>
            <a:ext cx="4164400" cy="8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233" name="Google Shape;233;p20"/>
          <p:cNvSpPr txBox="1">
            <a:spLocks noGrp="1"/>
          </p:cNvSpPr>
          <p:nvPr>
            <p:ph type="title" idx="2" hasCustomPrompt="1"/>
          </p:nvPr>
        </p:nvSpPr>
        <p:spPr>
          <a:xfrm>
            <a:off x="1225200" y="3788400"/>
            <a:ext cx="4164400" cy="10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234" name="Google Shape;234;p20"/>
          <p:cNvSpPr txBox="1">
            <a:spLocks noGrp="1"/>
          </p:cNvSpPr>
          <p:nvPr>
            <p:ph type="subTitle" idx="3"/>
          </p:nvPr>
        </p:nvSpPr>
        <p:spPr>
          <a:xfrm>
            <a:off x="1225200" y="4853167"/>
            <a:ext cx="4164400" cy="8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235" name="Google Shape;235;p20"/>
          <p:cNvSpPr txBox="1">
            <a:spLocks noGrp="1"/>
          </p:cNvSpPr>
          <p:nvPr>
            <p:ph type="title" idx="4" hasCustomPrompt="1"/>
          </p:nvPr>
        </p:nvSpPr>
        <p:spPr>
          <a:xfrm>
            <a:off x="6802400" y="3788400"/>
            <a:ext cx="4164400" cy="10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236" name="Google Shape;236;p20"/>
          <p:cNvSpPr txBox="1">
            <a:spLocks noGrp="1"/>
          </p:cNvSpPr>
          <p:nvPr>
            <p:ph type="subTitle" idx="5"/>
          </p:nvPr>
        </p:nvSpPr>
        <p:spPr>
          <a:xfrm>
            <a:off x="6802400" y="4853167"/>
            <a:ext cx="4164400" cy="8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237" name="Google Shape;237;p20"/>
          <p:cNvSpPr txBox="1">
            <a:spLocks noGrp="1"/>
          </p:cNvSpPr>
          <p:nvPr>
            <p:ph type="title" idx="6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672474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bg>
      <p:bgPr>
        <a:gradFill>
          <a:gsLst>
            <a:gs pos="0">
              <a:srgbClr val="2B2929"/>
            </a:gs>
            <a:gs pos="58999">
              <a:schemeClr val="lt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5410669" y="2526681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96402" y="-2223965"/>
            <a:ext cx="6858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 rot="10800000">
            <a:off x="11030729" y="1051825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/>
          <p:cNvPicPr preferRelativeResize="0"/>
          <p:nvPr/>
        </p:nvPicPr>
        <p:blipFill rotWithShape="1">
          <a:blip r:embed="rId5">
            <a:alphaModFix/>
          </a:blip>
          <a:srcRect t="25964"/>
          <a:stretch/>
        </p:blipFill>
        <p:spPr>
          <a:xfrm rot="3266246">
            <a:off x="11172538" y="3004949"/>
            <a:ext cx="1393628" cy="1065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/>
          <p:cNvPicPr preferRelativeResize="0"/>
          <p:nvPr/>
        </p:nvPicPr>
        <p:blipFill rotWithShape="1">
          <a:blip r:embed="rId5">
            <a:alphaModFix/>
          </a:blip>
          <a:srcRect r="30967"/>
          <a:stretch/>
        </p:blipFill>
        <p:spPr>
          <a:xfrm rot="-10510444">
            <a:off x="-77380" y="3545426"/>
            <a:ext cx="804899" cy="120402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1"/>
          <p:cNvSpPr txBox="1">
            <a:spLocks noGrp="1"/>
          </p:cNvSpPr>
          <p:nvPr>
            <p:ph type="title" hasCustomPrompt="1"/>
          </p:nvPr>
        </p:nvSpPr>
        <p:spPr>
          <a:xfrm>
            <a:off x="5483800" y="4127351"/>
            <a:ext cx="2462800" cy="42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None/>
              <a:defRPr sz="3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45" name="Google Shape;245;p21"/>
          <p:cNvSpPr txBox="1">
            <a:spLocks noGrp="1"/>
          </p:cNvSpPr>
          <p:nvPr>
            <p:ph type="ctrTitle" idx="2"/>
          </p:nvPr>
        </p:nvSpPr>
        <p:spPr>
          <a:xfrm>
            <a:off x="5483800" y="4622477"/>
            <a:ext cx="2462800" cy="5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46" name="Google Shape;246;p21"/>
          <p:cNvSpPr txBox="1">
            <a:spLocks noGrp="1"/>
          </p:cNvSpPr>
          <p:nvPr>
            <p:ph type="subTitle" idx="1"/>
          </p:nvPr>
        </p:nvSpPr>
        <p:spPr>
          <a:xfrm>
            <a:off x="5483800" y="5035465"/>
            <a:ext cx="2462800" cy="8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21"/>
          <p:cNvSpPr txBox="1">
            <a:spLocks noGrp="1"/>
          </p:cNvSpPr>
          <p:nvPr>
            <p:ph type="title" idx="3" hasCustomPrompt="1"/>
          </p:nvPr>
        </p:nvSpPr>
        <p:spPr>
          <a:xfrm>
            <a:off x="8661397" y="4127351"/>
            <a:ext cx="2462800" cy="42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None/>
              <a:defRPr sz="3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48" name="Google Shape;248;p21"/>
          <p:cNvSpPr txBox="1">
            <a:spLocks noGrp="1"/>
          </p:cNvSpPr>
          <p:nvPr>
            <p:ph type="ctrTitle" idx="4"/>
          </p:nvPr>
        </p:nvSpPr>
        <p:spPr>
          <a:xfrm>
            <a:off x="8661233" y="4622477"/>
            <a:ext cx="2462800" cy="5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49" name="Google Shape;249;p21"/>
          <p:cNvSpPr txBox="1">
            <a:spLocks noGrp="1"/>
          </p:cNvSpPr>
          <p:nvPr>
            <p:ph type="subTitle" idx="5"/>
          </p:nvPr>
        </p:nvSpPr>
        <p:spPr>
          <a:xfrm>
            <a:off x="8661233" y="5035465"/>
            <a:ext cx="2462800" cy="8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21"/>
          <p:cNvSpPr txBox="1">
            <a:spLocks noGrp="1"/>
          </p:cNvSpPr>
          <p:nvPr>
            <p:ph type="title" idx="6" hasCustomPrompt="1"/>
          </p:nvPr>
        </p:nvSpPr>
        <p:spPr>
          <a:xfrm>
            <a:off x="5483800" y="1733400"/>
            <a:ext cx="2462800" cy="42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None/>
              <a:defRPr sz="3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51" name="Google Shape;251;p21"/>
          <p:cNvSpPr txBox="1">
            <a:spLocks noGrp="1"/>
          </p:cNvSpPr>
          <p:nvPr>
            <p:ph type="ctrTitle" idx="7"/>
          </p:nvPr>
        </p:nvSpPr>
        <p:spPr>
          <a:xfrm>
            <a:off x="5483800" y="2227833"/>
            <a:ext cx="2462800" cy="5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52" name="Google Shape;252;p21"/>
          <p:cNvSpPr txBox="1">
            <a:spLocks noGrp="1"/>
          </p:cNvSpPr>
          <p:nvPr>
            <p:ph type="subTitle" idx="8"/>
          </p:nvPr>
        </p:nvSpPr>
        <p:spPr>
          <a:xfrm>
            <a:off x="5483800" y="2640733"/>
            <a:ext cx="2462800" cy="8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21"/>
          <p:cNvSpPr txBox="1">
            <a:spLocks noGrp="1"/>
          </p:cNvSpPr>
          <p:nvPr>
            <p:ph type="title" idx="9" hasCustomPrompt="1"/>
          </p:nvPr>
        </p:nvSpPr>
        <p:spPr>
          <a:xfrm>
            <a:off x="8661397" y="1733400"/>
            <a:ext cx="2462800" cy="42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None/>
              <a:defRPr sz="3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54" name="Google Shape;254;p21"/>
          <p:cNvSpPr txBox="1">
            <a:spLocks noGrp="1"/>
          </p:cNvSpPr>
          <p:nvPr>
            <p:ph type="ctrTitle" idx="13"/>
          </p:nvPr>
        </p:nvSpPr>
        <p:spPr>
          <a:xfrm>
            <a:off x="8661233" y="2227833"/>
            <a:ext cx="2462800" cy="5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55" name="Google Shape;255;p21"/>
          <p:cNvSpPr txBox="1">
            <a:spLocks noGrp="1"/>
          </p:cNvSpPr>
          <p:nvPr>
            <p:ph type="subTitle" idx="14"/>
          </p:nvPr>
        </p:nvSpPr>
        <p:spPr>
          <a:xfrm>
            <a:off x="8661233" y="2640733"/>
            <a:ext cx="2462800" cy="8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21"/>
          <p:cNvSpPr txBox="1">
            <a:spLocks noGrp="1"/>
          </p:cNvSpPr>
          <p:nvPr>
            <p:ph type="title" idx="15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856150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983233" y="-2813334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1223770" y="-3163269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7124068" y="-4093965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-498997" y="-4292234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62" name="Google Shape;26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-80197" y="-3882871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4571370" y="-3784234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64" name="Google Shape;264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8099971">
            <a:off x="6106139" y="-103889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2"/>
          <p:cNvPicPr preferRelativeResize="0"/>
          <p:nvPr/>
        </p:nvPicPr>
        <p:blipFill rotWithShape="1">
          <a:blip r:embed="rId8">
            <a:alphaModFix/>
          </a:blip>
          <a:srcRect l="24986" t="19560" r="27255" b="27830"/>
          <a:stretch/>
        </p:blipFill>
        <p:spPr>
          <a:xfrm rot="5400011">
            <a:off x="7899889" y="729478"/>
            <a:ext cx="1473203" cy="1524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2"/>
          <p:cNvPicPr preferRelativeResize="0"/>
          <p:nvPr/>
        </p:nvPicPr>
        <p:blipFill rotWithShape="1">
          <a:blip r:embed="rId8">
            <a:alphaModFix/>
          </a:blip>
          <a:srcRect l="24986" t="19560" r="27255" b="27830"/>
          <a:stretch/>
        </p:blipFill>
        <p:spPr>
          <a:xfrm>
            <a:off x="1274636" y="-152988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8100000">
            <a:off x="10008434" y="1255109"/>
            <a:ext cx="1166009" cy="120403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2"/>
          <p:cNvSpPr txBox="1">
            <a:spLocks noGrp="1"/>
          </p:cNvSpPr>
          <p:nvPr>
            <p:ph type="title"/>
          </p:nvPr>
        </p:nvSpPr>
        <p:spPr>
          <a:xfrm>
            <a:off x="949400" y="5124317"/>
            <a:ext cx="5813600" cy="7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269" name="Google Shape;269;p22"/>
          <p:cNvSpPr txBox="1">
            <a:spLocks noGrp="1"/>
          </p:cNvSpPr>
          <p:nvPr>
            <p:ph type="subTitle" idx="1"/>
          </p:nvPr>
        </p:nvSpPr>
        <p:spPr>
          <a:xfrm>
            <a:off x="949400" y="3005684"/>
            <a:ext cx="8921600" cy="197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pic>
        <p:nvPicPr>
          <p:cNvPr id="270" name="Google Shape;270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269328" y="3843901"/>
            <a:ext cx="6861353" cy="68580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323250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Quote 1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"/>
          <p:cNvSpPr txBox="1">
            <a:spLocks noGrp="1"/>
          </p:cNvSpPr>
          <p:nvPr>
            <p:ph type="title"/>
          </p:nvPr>
        </p:nvSpPr>
        <p:spPr>
          <a:xfrm>
            <a:off x="3189200" y="4133717"/>
            <a:ext cx="5813600" cy="7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273" name="Google Shape;273;p23"/>
          <p:cNvSpPr txBox="1">
            <a:spLocks noGrp="1"/>
          </p:cNvSpPr>
          <p:nvPr>
            <p:ph type="subTitle" idx="1"/>
          </p:nvPr>
        </p:nvSpPr>
        <p:spPr>
          <a:xfrm>
            <a:off x="1635200" y="2015084"/>
            <a:ext cx="8921600" cy="19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pic>
        <p:nvPicPr>
          <p:cNvPr id="274" name="Google Shape;27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2504498" y="-3662869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5594" y="4535433"/>
            <a:ext cx="6861353" cy="68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2504497" y="3563366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-4227265" y="2434400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78" name="Google Shape;27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-3808464" y="2843764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7908770" y="-3573769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0" name="Google Shape;280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8099971">
            <a:off x="8213473" y="146578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3"/>
          <p:cNvPicPr preferRelativeResize="0"/>
          <p:nvPr/>
        </p:nvPicPr>
        <p:blipFill rotWithShape="1">
          <a:blip r:embed="rId8">
            <a:alphaModFix/>
          </a:blip>
          <a:srcRect l="24986" t="19560" r="27255" b="27830"/>
          <a:stretch/>
        </p:blipFill>
        <p:spPr>
          <a:xfrm rot="5400011">
            <a:off x="11237289" y="939943"/>
            <a:ext cx="1473203" cy="1524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3"/>
          <p:cNvPicPr preferRelativeResize="0"/>
          <p:nvPr/>
        </p:nvPicPr>
        <p:blipFill rotWithShape="1">
          <a:blip r:embed="rId8">
            <a:alphaModFix/>
          </a:blip>
          <a:srcRect l="24986" t="19560" r="27255" b="27830"/>
          <a:stretch/>
        </p:blipFill>
        <p:spPr>
          <a:xfrm>
            <a:off x="282436" y="3987946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3"/>
          <p:cNvPicPr preferRelativeResize="0"/>
          <p:nvPr/>
        </p:nvPicPr>
        <p:blipFill rotWithShape="1">
          <a:blip r:embed="rId7">
            <a:alphaModFix/>
          </a:blip>
          <a:srcRect t="38180"/>
          <a:stretch/>
        </p:blipFill>
        <p:spPr>
          <a:xfrm rot="10800000">
            <a:off x="3774533" y="6035671"/>
            <a:ext cx="1166000" cy="7443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01336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2">
  <p:cSld name="Quote 2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2700029">
            <a:off x="10216501" y="-81124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993997" y="-5078601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2491270" y="2607733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-1468369" y="3736700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9" name="Google Shape;28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-1054069" y="4157529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00000">
            <a:off x="-2243369" y="-4250269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91" name="Google Shape;291;p24"/>
          <p:cNvPicPr preferRelativeResize="0"/>
          <p:nvPr/>
        </p:nvPicPr>
        <p:blipFill rotWithShape="1">
          <a:blip r:embed="rId2">
            <a:alphaModFix/>
          </a:blip>
          <a:srcRect r="27917" b="26351"/>
          <a:stretch/>
        </p:blipFill>
        <p:spPr>
          <a:xfrm rot="-2700034">
            <a:off x="11050051" y="5674325"/>
            <a:ext cx="1004535" cy="1059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4"/>
          <p:cNvPicPr preferRelativeResize="0"/>
          <p:nvPr/>
        </p:nvPicPr>
        <p:blipFill rotWithShape="1">
          <a:blip r:embed="rId7">
            <a:alphaModFix/>
          </a:blip>
          <a:srcRect l="24986" t="19560" r="27255" b="27830"/>
          <a:stretch/>
        </p:blipFill>
        <p:spPr>
          <a:xfrm rot="-5399989">
            <a:off x="-148791" y="598451"/>
            <a:ext cx="1473203" cy="1524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4"/>
          <p:cNvPicPr preferRelativeResize="0"/>
          <p:nvPr/>
        </p:nvPicPr>
        <p:blipFill rotWithShape="1">
          <a:blip r:embed="rId7">
            <a:alphaModFix/>
          </a:blip>
          <a:srcRect l="24986" t="19560" r="27255" b="27830"/>
          <a:stretch/>
        </p:blipFill>
        <p:spPr>
          <a:xfrm rot="10800000">
            <a:off x="1860829" y="4639751"/>
            <a:ext cx="1755168" cy="1815703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4"/>
          <p:cNvSpPr txBox="1">
            <a:spLocks noGrp="1"/>
          </p:cNvSpPr>
          <p:nvPr>
            <p:ph type="title"/>
          </p:nvPr>
        </p:nvSpPr>
        <p:spPr>
          <a:xfrm>
            <a:off x="5269367" y="4133717"/>
            <a:ext cx="5813600" cy="7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295" name="Google Shape;295;p24"/>
          <p:cNvSpPr txBox="1">
            <a:spLocks noGrp="1"/>
          </p:cNvSpPr>
          <p:nvPr>
            <p:ph type="subTitle" idx="1"/>
          </p:nvPr>
        </p:nvSpPr>
        <p:spPr>
          <a:xfrm>
            <a:off x="2161367" y="2015084"/>
            <a:ext cx="8921600" cy="19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107514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">
  <p:cSld name="Main point 1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2698631" scaled="0"/>
        </a:gra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5"/>
          <p:cNvSpPr/>
          <p:nvPr/>
        </p:nvSpPr>
        <p:spPr>
          <a:xfrm>
            <a:off x="10517317" y="209767"/>
            <a:ext cx="1256000" cy="1256000"/>
          </a:xfrm>
          <a:prstGeom prst="star12">
            <a:avLst>
              <a:gd name="adj" fmla="val 37500"/>
            </a:avLst>
          </a:prstGeom>
          <a:solidFill>
            <a:srgbClr val="00FF00"/>
          </a:solidFill>
          <a:ln w="9525" cap="flat" cmpd="sng">
            <a:solidFill>
              <a:srgbClr val="7623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lt1"/>
                </a:solidFill>
              </a:rPr>
              <a:t>XL</a:t>
            </a:r>
            <a:endParaRPr sz="2400" b="1">
              <a:solidFill>
                <a:schemeClr val="lt1"/>
              </a:solidFill>
            </a:endParaRPr>
          </a:p>
        </p:txBody>
      </p:sp>
      <p:pic>
        <p:nvPicPr>
          <p:cNvPr id="298" name="Google Shape;298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2277333" y="-4377498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8452968" y="4085502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532020" y="-4377498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01" name="Google Shape;301;p25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 rot="-5400000">
            <a:off x="10209415" y="985466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699971">
            <a:off x="11073919" y="5128163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2419114" y="4599467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04" name="Google Shape;304;p25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 rot="-5400000">
            <a:off x="-13552" y="4668633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700057">
            <a:off x="163187" y="-705371"/>
            <a:ext cx="1393629" cy="1439112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5"/>
          <p:cNvSpPr txBox="1">
            <a:spLocks noGrp="1"/>
          </p:cNvSpPr>
          <p:nvPr>
            <p:ph type="title"/>
          </p:nvPr>
        </p:nvSpPr>
        <p:spPr>
          <a:xfrm>
            <a:off x="1999400" y="1910800"/>
            <a:ext cx="8193200" cy="30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2197977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 flipH="1">
            <a:off x="8777734" y="-1664221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2578099" y="1306168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4232" y="1306168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569636" y="1306168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143503" y="1306168"/>
            <a:ext cx="9626597" cy="9626597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6"/>
          <p:cNvSpPr txBox="1">
            <a:spLocks noGrp="1"/>
          </p:cNvSpPr>
          <p:nvPr>
            <p:ph type="title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49143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8099331" scaled="0"/>
        </a:gra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899402" y="-4317998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6" name="Google Shape;31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10616285" y="1951902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7" name="Google Shape;31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8" flipH="1">
            <a:off x="10914172" y="2984045"/>
            <a:ext cx="1111033" cy="1147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7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 rot="-5400000" flipH="1">
            <a:off x="11159209" y="4888777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 flipH="1">
            <a:off x="-2697964" y="4979064"/>
            <a:ext cx="5597064" cy="6233136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7"/>
          <p:cNvSpPr txBox="1">
            <a:spLocks noGrp="1"/>
          </p:cNvSpPr>
          <p:nvPr>
            <p:ph type="title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95403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18900044" scaled="0"/>
        </a:gra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32904" y="1300100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8100029">
            <a:off x="10414854" y="4912498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-172734" y="-1919805"/>
            <a:ext cx="7717468" cy="8594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4911204" y="4106666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26" name="Google Shape;326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00000">
            <a:off x="5325503" y="4527497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8"/>
          <p:cNvPicPr preferRelativeResize="0"/>
          <p:nvPr/>
        </p:nvPicPr>
        <p:blipFill rotWithShape="1">
          <a:blip r:embed="rId7">
            <a:alphaModFix/>
          </a:blip>
          <a:srcRect l="24986" t="19560" r="27255" b="27830"/>
          <a:stretch/>
        </p:blipFill>
        <p:spPr>
          <a:xfrm rot="10800000">
            <a:off x="8240400" y="5009718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8"/>
          <p:cNvPicPr preferRelativeResize="0"/>
          <p:nvPr/>
        </p:nvPicPr>
        <p:blipFill rotWithShape="1">
          <a:blip r:embed="rId7">
            <a:alphaModFix/>
          </a:blip>
          <a:srcRect l="24986" t="19560" r="27255" b="27830"/>
          <a:stretch/>
        </p:blipFill>
        <p:spPr>
          <a:xfrm rot="5888936">
            <a:off x="645803" y="168915"/>
            <a:ext cx="1755165" cy="181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8"/>
          <p:cNvSpPr txBox="1">
            <a:spLocks noGrp="1"/>
          </p:cNvSpPr>
          <p:nvPr>
            <p:ph type="title"/>
          </p:nvPr>
        </p:nvSpPr>
        <p:spPr>
          <a:xfrm>
            <a:off x="7339600" y="871733"/>
            <a:ext cx="3686400" cy="9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0" name="Google Shape;330;p28"/>
          <p:cNvSpPr txBox="1">
            <a:spLocks noGrp="1"/>
          </p:cNvSpPr>
          <p:nvPr>
            <p:ph type="subTitle" idx="1"/>
          </p:nvPr>
        </p:nvSpPr>
        <p:spPr>
          <a:xfrm>
            <a:off x="7016400" y="1653667"/>
            <a:ext cx="4009600" cy="16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8122363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8100019" scaled="0"/>
        </a:gra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3622138" y="-2222232"/>
            <a:ext cx="9922431" cy="9971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9"/>
          <p:cNvPicPr preferRelativeResize="0"/>
          <p:nvPr/>
        </p:nvPicPr>
        <p:blipFill rotWithShape="1">
          <a:blip r:embed="rId3">
            <a:alphaModFix/>
          </a:blip>
          <a:srcRect l="24986" t="19560" r="27255" b="27830"/>
          <a:stretch/>
        </p:blipFill>
        <p:spPr>
          <a:xfrm rot="-11">
            <a:off x="6556139" y="5220449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9"/>
          <p:cNvPicPr preferRelativeResize="0"/>
          <p:nvPr/>
        </p:nvPicPr>
        <p:blipFill rotWithShape="1">
          <a:blip r:embed="rId3">
            <a:alphaModFix/>
          </a:blip>
          <a:srcRect l="24986" t="19560" r="27255" b="27830"/>
          <a:stretch/>
        </p:blipFill>
        <p:spPr>
          <a:xfrm rot="10800000">
            <a:off x="10124839" y="-157998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-1083401" y="-3456486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-5072964" y="-5579216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8100000">
            <a:off x="519434" y="222509"/>
            <a:ext cx="1166009" cy="120403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9"/>
          <p:cNvSpPr txBox="1">
            <a:spLocks noGrp="1"/>
          </p:cNvSpPr>
          <p:nvPr>
            <p:ph type="title"/>
          </p:nvPr>
        </p:nvSpPr>
        <p:spPr>
          <a:xfrm>
            <a:off x="972035" y="3411733"/>
            <a:ext cx="3686400" cy="9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9" name="Google Shape;339;p29"/>
          <p:cNvSpPr txBox="1">
            <a:spLocks noGrp="1"/>
          </p:cNvSpPr>
          <p:nvPr>
            <p:ph type="subTitle" idx="1"/>
          </p:nvPr>
        </p:nvSpPr>
        <p:spPr>
          <a:xfrm>
            <a:off x="972033" y="4269467"/>
            <a:ext cx="3686400" cy="15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93081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18900732" scaled="0"/>
        </a:gra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42356" y="3871669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4856" y="4114800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6390" y="3835402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44" name="Google Shape;344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100029">
            <a:off x="9659342" y="5031765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0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-5400000">
            <a:off x="8629714" y="5572129"/>
            <a:ext cx="1473199" cy="152399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0"/>
          <p:cNvSpPr txBox="1">
            <a:spLocks noGrp="1"/>
          </p:cNvSpPr>
          <p:nvPr>
            <p:ph type="subTitle" idx="1"/>
          </p:nvPr>
        </p:nvSpPr>
        <p:spPr>
          <a:xfrm>
            <a:off x="6924500" y="2693400"/>
            <a:ext cx="3992400" cy="14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endParaRPr/>
          </a:p>
        </p:txBody>
      </p:sp>
      <p:sp>
        <p:nvSpPr>
          <p:cNvPr id="347" name="Google Shape;347;p30"/>
          <p:cNvSpPr txBox="1">
            <a:spLocks noGrp="1"/>
          </p:cNvSpPr>
          <p:nvPr>
            <p:ph type="title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348" name="Google Shape;348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700000">
            <a:off x="10644990" y="376717"/>
            <a:ext cx="1166009" cy="12040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50828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1"/>
          <p:cNvSpPr txBox="1">
            <a:spLocks noGrp="1"/>
          </p:cNvSpPr>
          <p:nvPr>
            <p:ph type="subTitle" idx="1"/>
          </p:nvPr>
        </p:nvSpPr>
        <p:spPr>
          <a:xfrm flipH="1">
            <a:off x="6939767" y="2125317"/>
            <a:ext cx="4288400" cy="19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351" name="Google Shape;351;p31"/>
          <p:cNvSpPr txBox="1">
            <a:spLocks noGrp="1"/>
          </p:cNvSpPr>
          <p:nvPr>
            <p:ph type="title"/>
          </p:nvPr>
        </p:nvSpPr>
        <p:spPr>
          <a:xfrm flipH="1">
            <a:off x="6756567" y="1361733"/>
            <a:ext cx="4471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352" name="Google Shape;352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 flipH="1">
            <a:off x="229832" y="-8738333"/>
            <a:ext cx="10854469" cy="10907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1"/>
          <p:cNvPicPr preferRelativeResize="0"/>
          <p:nvPr/>
        </p:nvPicPr>
        <p:blipFill rotWithShape="1">
          <a:blip r:embed="rId3">
            <a:alphaModFix/>
          </a:blip>
          <a:srcRect l="24986" t="19560" r="27255" b="27830"/>
          <a:stretch/>
        </p:blipFill>
        <p:spPr>
          <a:xfrm flipH="1">
            <a:off x="6121399" y="-301511"/>
            <a:ext cx="1473199" cy="15239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192527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bg>
      <p:bgPr>
        <a:gradFill>
          <a:gsLst>
            <a:gs pos="0">
              <a:srgbClr val="2B2929"/>
            </a:gs>
            <a:gs pos="58999">
              <a:schemeClr val="lt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 flipH="1">
            <a:off x="9120417" y="-908361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2916" y="2763772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99452" y="-2281194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58" name="Google Shape;358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21735" y="-1863846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91451" y="2789173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60" name="Google Shape;360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8100029">
            <a:off x="11107237" y="3710969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2"/>
          <p:cNvPicPr preferRelativeResize="0"/>
          <p:nvPr/>
        </p:nvPicPr>
        <p:blipFill rotWithShape="1">
          <a:blip r:embed="rId8">
            <a:alphaModFix/>
          </a:blip>
          <a:srcRect l="24986" t="19560" r="27255" b="27830"/>
          <a:stretch/>
        </p:blipFill>
        <p:spPr>
          <a:xfrm rot="-5399989">
            <a:off x="10142101" y="5000091"/>
            <a:ext cx="1473203" cy="1524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2"/>
          <p:cNvPicPr preferRelativeResize="0"/>
          <p:nvPr/>
        </p:nvPicPr>
        <p:blipFill rotWithShape="1">
          <a:blip r:embed="rId8">
            <a:alphaModFix/>
          </a:blip>
          <a:srcRect l="24986" t="19560" r="27255" b="27830"/>
          <a:stretch/>
        </p:blipFill>
        <p:spPr>
          <a:xfrm rot="5400000">
            <a:off x="10832769" y="-537828"/>
            <a:ext cx="1755168" cy="1815703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2"/>
          <p:cNvSpPr txBox="1">
            <a:spLocks noGrp="1"/>
          </p:cNvSpPr>
          <p:nvPr>
            <p:ph type="title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32"/>
          <p:cNvSpPr txBox="1">
            <a:spLocks noGrp="1"/>
          </p:cNvSpPr>
          <p:nvPr>
            <p:ph type="body" idx="1"/>
          </p:nvPr>
        </p:nvSpPr>
        <p:spPr>
          <a:xfrm>
            <a:off x="950967" y="1255367"/>
            <a:ext cx="8749600" cy="53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⬥"/>
              <a:defRPr/>
            </a:lvl1pPr>
            <a:lvl2pPr marL="1219140" lvl="1" indent="-423312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09" lvl="2" indent="-42331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278" lvl="3" indent="-423312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848" lvl="4" indent="-423312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6987" lvl="6" indent="-423312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557" lvl="7" indent="-423312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126" lvl="8" indent="-42331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966277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2700006" scaled="0"/>
        </a:gra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55166" y="2934686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6267" y="2288816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09100" y="2034830"/>
            <a:ext cx="6858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67801" y="-2476749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70" name="Google Shape;370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93259" y="-2059400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3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5400000">
            <a:off x="9498868" y="-304048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8701" y="-708381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73" name="Google Shape;373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699971">
            <a:off x="66686" y="5043159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3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5400000" flipH="1">
            <a:off x="7970013" y="4838348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8100000">
            <a:off x="344093" y="350261"/>
            <a:ext cx="1166009" cy="120403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3"/>
          <p:cNvSpPr txBox="1">
            <a:spLocks noGrp="1"/>
          </p:cNvSpPr>
          <p:nvPr>
            <p:ph type="title"/>
          </p:nvPr>
        </p:nvSpPr>
        <p:spPr>
          <a:xfrm>
            <a:off x="1472933" y="2006000"/>
            <a:ext cx="67476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377" name="Google Shape;377;p33"/>
          <p:cNvSpPr txBox="1">
            <a:spLocks noGrp="1"/>
          </p:cNvSpPr>
          <p:nvPr>
            <p:ph type="subTitle" idx="1"/>
          </p:nvPr>
        </p:nvSpPr>
        <p:spPr>
          <a:xfrm>
            <a:off x="1472800" y="3128400"/>
            <a:ext cx="6747600" cy="1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749466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453216" y="-2776551"/>
            <a:ext cx="5642800" cy="564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3010197" y="1694218"/>
            <a:ext cx="8307732" cy="8307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14172" y="669357"/>
            <a:ext cx="5642801" cy="5670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 flipH="1">
            <a:off x="9133066" y="-4813853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4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 rot="-5400000" flipH="1">
            <a:off x="1152473" y="1260789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4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 flipH="1">
            <a:off x="2880573" y="4815857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4"/>
          <p:cNvPicPr preferRelativeResize="0"/>
          <p:nvPr/>
        </p:nvPicPr>
        <p:blipFill rotWithShape="1">
          <a:blip r:embed="rId6">
            <a:alphaModFix/>
          </a:blip>
          <a:srcRect t="21862"/>
          <a:stretch/>
        </p:blipFill>
        <p:spPr>
          <a:xfrm rot="5042225">
            <a:off x="11229617" y="3251855"/>
            <a:ext cx="1166035" cy="94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 flipH="1">
            <a:off x="9133066" y="5373081"/>
            <a:ext cx="615813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4"/>
          <p:cNvSpPr txBox="1">
            <a:spLocks noGrp="1"/>
          </p:cNvSpPr>
          <p:nvPr>
            <p:ph type="body" idx="1"/>
          </p:nvPr>
        </p:nvSpPr>
        <p:spPr>
          <a:xfrm>
            <a:off x="5778600" y="2469800"/>
            <a:ext cx="5505600" cy="35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arker Grotesque Medium"/>
              <a:buChar char="⬥"/>
              <a:defRPr sz="2133"/>
            </a:lvl1pPr>
            <a:lvl2pPr marL="1219140" lvl="1" indent="-423312" rtl="0">
              <a:spcBef>
                <a:spcPts val="0"/>
              </a:spcBef>
              <a:spcAft>
                <a:spcPts val="0"/>
              </a:spcAft>
              <a:buSzPts val="1400"/>
              <a:buFont typeface="Darker Grotesque Medium"/>
              <a:buChar char="○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marL="1828709" lvl="2" indent="-423312" rtl="0">
              <a:spcBef>
                <a:spcPts val="0"/>
              </a:spcBef>
              <a:spcAft>
                <a:spcPts val="0"/>
              </a:spcAft>
              <a:buSzPts val="1400"/>
              <a:buFont typeface="Darker Grotesque Medium"/>
              <a:buChar char="■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marL="2438278" lvl="3" indent="-423312" rtl="0">
              <a:spcBef>
                <a:spcPts val="0"/>
              </a:spcBef>
              <a:spcAft>
                <a:spcPts val="0"/>
              </a:spcAft>
              <a:buSzPts val="1400"/>
              <a:buFont typeface="Darker Grotesque Medium"/>
              <a:buChar char="●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marL="3047848" lvl="4" indent="-423312" rtl="0">
              <a:spcBef>
                <a:spcPts val="0"/>
              </a:spcBef>
              <a:spcAft>
                <a:spcPts val="0"/>
              </a:spcAft>
              <a:buSzPts val="1400"/>
              <a:buFont typeface="Darker Grotesque Medium"/>
              <a:buChar char="○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SzPts val="1400"/>
              <a:buFont typeface="Darker Grotesque Medium"/>
              <a:buChar char="■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marL="4266987" lvl="6" indent="-423312" rtl="0">
              <a:spcBef>
                <a:spcPts val="0"/>
              </a:spcBef>
              <a:spcAft>
                <a:spcPts val="0"/>
              </a:spcAft>
              <a:buSzPts val="1400"/>
              <a:buFont typeface="Darker Grotesque Medium"/>
              <a:buChar char="●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marL="4876557" lvl="7" indent="-423312" rtl="0">
              <a:spcBef>
                <a:spcPts val="0"/>
              </a:spcBef>
              <a:spcAft>
                <a:spcPts val="0"/>
              </a:spcAft>
              <a:buSzPts val="1400"/>
              <a:buFont typeface="Darker Grotesque Medium"/>
              <a:buChar char="○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marL="5486126" lvl="8" indent="-423312" rtl="0">
              <a:spcBef>
                <a:spcPts val="0"/>
              </a:spcBef>
              <a:spcAft>
                <a:spcPts val="0"/>
              </a:spcAft>
              <a:buSzPts val="1400"/>
              <a:buFont typeface="Darker Grotesque Medium"/>
              <a:buChar char="■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>
            <a:endParaRPr/>
          </a:p>
        </p:txBody>
      </p:sp>
      <p:sp>
        <p:nvSpPr>
          <p:cNvPr id="388" name="Google Shape;388;p34"/>
          <p:cNvSpPr txBox="1">
            <a:spLocks noGrp="1"/>
          </p:cNvSpPr>
          <p:nvPr>
            <p:ph type="title"/>
          </p:nvPr>
        </p:nvSpPr>
        <p:spPr>
          <a:xfrm>
            <a:off x="5778600" y="860967"/>
            <a:ext cx="5505600" cy="1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536008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18900044" scaled="0"/>
        </a:grad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6532535" y="201999"/>
            <a:ext cx="6016165" cy="6699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9809608" y="1441268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8100029" flipH="1">
            <a:off x="10877393" y="281965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 flipH="1">
            <a:off x="-4041462" y="-2797585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94" name="Google Shape;394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-3231470" y="4535433"/>
            <a:ext cx="6861353" cy="68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 flipH="1">
            <a:off x="857272" y="4747064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-342244" y="-7488533"/>
            <a:ext cx="9626597" cy="9626597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5"/>
          <p:cNvSpPr txBox="1">
            <a:spLocks noGrp="1"/>
          </p:cNvSpPr>
          <p:nvPr>
            <p:ph type="title"/>
          </p:nvPr>
        </p:nvSpPr>
        <p:spPr>
          <a:xfrm>
            <a:off x="854799" y="2438333"/>
            <a:ext cx="4862000" cy="9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98" name="Google Shape;398;p35"/>
          <p:cNvSpPr txBox="1">
            <a:spLocks noGrp="1"/>
          </p:cNvSpPr>
          <p:nvPr>
            <p:ph type="subTitle" idx="1"/>
          </p:nvPr>
        </p:nvSpPr>
        <p:spPr>
          <a:xfrm>
            <a:off x="855067" y="3277267"/>
            <a:ext cx="4862000" cy="13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>
            <a:endParaRPr/>
          </a:p>
        </p:txBody>
      </p:sp>
      <p:pic>
        <p:nvPicPr>
          <p:cNvPr id="399" name="Google Shape;399;p35"/>
          <p:cNvPicPr preferRelativeResize="0"/>
          <p:nvPr/>
        </p:nvPicPr>
        <p:blipFill rotWithShape="1">
          <a:blip r:embed="rId8">
            <a:alphaModFix/>
          </a:blip>
          <a:srcRect l="24986" t="19560" r="27255" b="27830"/>
          <a:stretch/>
        </p:blipFill>
        <p:spPr>
          <a:xfrm rot="-5400000" flipH="1">
            <a:off x="3906039" y="5223757"/>
            <a:ext cx="1473199" cy="15239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268896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Title and text 8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18900044" scaled="0"/>
        </a:gra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9834014" y="-3100521"/>
            <a:ext cx="6415121" cy="641512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02" name="Google Shape;40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3783879" y="-7488533"/>
            <a:ext cx="9004927" cy="9004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77794" y="5232433"/>
            <a:ext cx="6861353" cy="68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25503" y="5444064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6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-5400000" flipH="1">
            <a:off x="7339273" y="5207024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7228530" y="2215735"/>
            <a:ext cx="8852132" cy="8852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5400000">
            <a:off x="1440633" y="864815"/>
            <a:ext cx="4825800" cy="5374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-8100029">
            <a:off x="462821" y="594331"/>
            <a:ext cx="1393631" cy="1439111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6"/>
          <p:cNvSpPr txBox="1">
            <a:spLocks noGrp="1"/>
          </p:cNvSpPr>
          <p:nvPr>
            <p:ph type="title"/>
          </p:nvPr>
        </p:nvSpPr>
        <p:spPr>
          <a:xfrm>
            <a:off x="6135199" y="2315400"/>
            <a:ext cx="4862000" cy="9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10" name="Google Shape;410;p36"/>
          <p:cNvSpPr txBox="1">
            <a:spLocks noGrp="1"/>
          </p:cNvSpPr>
          <p:nvPr>
            <p:ph type="subTitle" idx="1"/>
          </p:nvPr>
        </p:nvSpPr>
        <p:spPr>
          <a:xfrm>
            <a:off x="6135463" y="3314600"/>
            <a:ext cx="4862000" cy="12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90050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Title and text 9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18900732" scaled="0"/>
        </a:grad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455700" y="3871669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2628764" y="4114800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2928201" y="3835402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15" name="Google Shape;415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8100029" flipH="1">
            <a:off x="603886" y="5061831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37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5400000" flipH="1">
            <a:off x="1253279" y="5572129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700000" flipH="1">
            <a:off x="642626" y="376717"/>
            <a:ext cx="1166009" cy="120403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7"/>
          <p:cNvSpPr txBox="1">
            <a:spLocks noGrp="1"/>
          </p:cNvSpPr>
          <p:nvPr>
            <p:ph type="subTitle" idx="1"/>
          </p:nvPr>
        </p:nvSpPr>
        <p:spPr>
          <a:xfrm>
            <a:off x="848000" y="2700800"/>
            <a:ext cx="3992400" cy="14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endParaRPr/>
          </a:p>
        </p:txBody>
      </p:sp>
      <p:sp>
        <p:nvSpPr>
          <p:cNvPr id="419" name="Google Shape;419;p37"/>
          <p:cNvSpPr txBox="1">
            <a:spLocks noGrp="1"/>
          </p:cNvSpPr>
          <p:nvPr>
            <p:ph type="title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796059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0">
  <p:cSld name="Title and text 10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2700006" scaled="0"/>
        </a:gradFill>
        <a:effectLst/>
      </p:bgPr>
    </p:bg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8"/>
          <p:cNvSpPr txBox="1">
            <a:spLocks noGrp="1"/>
          </p:cNvSpPr>
          <p:nvPr>
            <p:ph type="title"/>
          </p:nvPr>
        </p:nvSpPr>
        <p:spPr>
          <a:xfrm>
            <a:off x="2420512" y="2006000"/>
            <a:ext cx="73512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422" name="Google Shape;422;p38"/>
          <p:cNvSpPr txBox="1">
            <a:spLocks noGrp="1"/>
          </p:cNvSpPr>
          <p:nvPr>
            <p:ph type="subTitle" idx="1"/>
          </p:nvPr>
        </p:nvSpPr>
        <p:spPr>
          <a:xfrm>
            <a:off x="2420367" y="3128400"/>
            <a:ext cx="7351200" cy="1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23" name="Google Shape;42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094853" y="4092253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5084415" y="3446384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4748649" y="3192397"/>
            <a:ext cx="6858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4707350" y="-1319181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27" name="Google Shape;427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-4299711" y="-901834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5138250" y="449186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29" name="Google Shape;429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28917" y="4092253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0016" y="3446384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82850" y="3192397"/>
            <a:ext cx="6858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41552" y="-1319181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33" name="Google Shape;433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67008" y="-901834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2452" y="449186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35" name="Google Shape;435;p38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5400000">
            <a:off x="10179317" y="1204202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8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5400000" flipH="1">
            <a:off x="9001263" y="5169081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8100000">
            <a:off x="4972642" y="320696"/>
            <a:ext cx="1166009" cy="1204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8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5400000" flipH="1">
            <a:off x="1860463" y="5169081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38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5400000">
            <a:off x="475951" y="1204202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8100000">
            <a:off x="4972642" y="5566629"/>
            <a:ext cx="1166009" cy="12040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60892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tle and two columns 1">
  <p:cSld name="Tittle and two columns 1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18900732" scaled="0"/>
        </a:gra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7899385" y="-2005964"/>
            <a:ext cx="11683969" cy="11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8100029">
            <a:off x="-170460" y="4688181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9218924">
            <a:off x="10531175" y="304564"/>
            <a:ext cx="1393631" cy="1439109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9"/>
          <p:cNvSpPr txBox="1">
            <a:spLocks noGrp="1"/>
          </p:cNvSpPr>
          <p:nvPr>
            <p:ph type="title"/>
          </p:nvPr>
        </p:nvSpPr>
        <p:spPr>
          <a:xfrm>
            <a:off x="8202967" y="1713584"/>
            <a:ext cx="3025200" cy="10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46" name="Google Shape;446;p39"/>
          <p:cNvSpPr txBox="1">
            <a:spLocks noGrp="1"/>
          </p:cNvSpPr>
          <p:nvPr>
            <p:ph type="subTitle" idx="1"/>
          </p:nvPr>
        </p:nvSpPr>
        <p:spPr>
          <a:xfrm>
            <a:off x="8203067" y="2813151"/>
            <a:ext cx="302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7" name="Google Shape;447;p39"/>
          <p:cNvSpPr txBox="1">
            <a:spLocks noGrp="1"/>
          </p:cNvSpPr>
          <p:nvPr>
            <p:ph type="title" idx="2"/>
          </p:nvPr>
        </p:nvSpPr>
        <p:spPr>
          <a:xfrm>
            <a:off x="8202967" y="4151884"/>
            <a:ext cx="3025200" cy="10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48" name="Google Shape;448;p39"/>
          <p:cNvSpPr txBox="1">
            <a:spLocks noGrp="1"/>
          </p:cNvSpPr>
          <p:nvPr>
            <p:ph type="subTitle" idx="3"/>
          </p:nvPr>
        </p:nvSpPr>
        <p:spPr>
          <a:xfrm>
            <a:off x="8203067" y="5251551"/>
            <a:ext cx="302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39"/>
          <p:cNvSpPr txBox="1">
            <a:spLocks noGrp="1"/>
          </p:cNvSpPr>
          <p:nvPr>
            <p:ph type="title" idx="4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1708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tle and two columns 2">
  <p:cSld name="Tittle and two columns 2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18900732" scaled="0"/>
        </a:grad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2135817" y="-4377498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8594484" y="4085502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673536" y="-4377498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54" name="Google Shape;454;p40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 rot="-5400000">
            <a:off x="10350932" y="985466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699971">
            <a:off x="10805786" y="5131897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2277598" y="4599467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57" name="Google Shape;457;p40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 rot="-5400000">
            <a:off x="127965" y="4668633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700057">
            <a:off x="454587" y="-149137"/>
            <a:ext cx="1393629" cy="1439112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40"/>
          <p:cNvSpPr txBox="1">
            <a:spLocks noGrp="1"/>
          </p:cNvSpPr>
          <p:nvPr>
            <p:ph type="title"/>
          </p:nvPr>
        </p:nvSpPr>
        <p:spPr>
          <a:xfrm>
            <a:off x="3226680" y="1807933"/>
            <a:ext cx="341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60" name="Google Shape;460;p40"/>
          <p:cNvSpPr txBox="1">
            <a:spLocks noGrp="1"/>
          </p:cNvSpPr>
          <p:nvPr>
            <p:ph type="subTitle" idx="1"/>
          </p:nvPr>
        </p:nvSpPr>
        <p:spPr>
          <a:xfrm>
            <a:off x="3226680" y="2324833"/>
            <a:ext cx="3410000" cy="11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1" name="Google Shape;461;p40"/>
          <p:cNvSpPr txBox="1">
            <a:spLocks noGrp="1"/>
          </p:cNvSpPr>
          <p:nvPr>
            <p:ph type="title" idx="2"/>
          </p:nvPr>
        </p:nvSpPr>
        <p:spPr>
          <a:xfrm>
            <a:off x="5542447" y="4086333"/>
            <a:ext cx="341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62" name="Google Shape;462;p40"/>
          <p:cNvSpPr txBox="1">
            <a:spLocks noGrp="1"/>
          </p:cNvSpPr>
          <p:nvPr>
            <p:ph type="subTitle" idx="3"/>
          </p:nvPr>
        </p:nvSpPr>
        <p:spPr>
          <a:xfrm>
            <a:off x="5542447" y="4603200"/>
            <a:ext cx="3410000" cy="11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3" name="Google Shape;463;p40"/>
          <p:cNvSpPr txBox="1">
            <a:spLocks noGrp="1"/>
          </p:cNvSpPr>
          <p:nvPr>
            <p:ph type="title" idx="4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95492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tle and two columns 3">
  <p:cSld name="Tittle and two columns 3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18900732" scaled="0"/>
        </a:gra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8523523" y="-2464410"/>
            <a:ext cx="5893400" cy="589342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66" name="Google Shape;46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3826266" y="2442820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2224959" y="-2464410"/>
            <a:ext cx="5893400" cy="589342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68" name="Google Shape;46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496950" y="2360269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41"/>
          <p:cNvPicPr preferRelativeResize="0"/>
          <p:nvPr/>
        </p:nvPicPr>
        <p:blipFill rotWithShape="1">
          <a:blip r:embed="rId4">
            <a:alphaModFix/>
          </a:blip>
          <a:srcRect t="39533"/>
          <a:stretch/>
        </p:blipFill>
        <p:spPr>
          <a:xfrm rot="10799942">
            <a:off x="5717601" y="5969939"/>
            <a:ext cx="1393632" cy="87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41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 rot="-5400000">
            <a:off x="10527248" y="4533950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41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 rot="-5400000">
            <a:off x="-155819" y="4291383"/>
            <a:ext cx="1755168" cy="1815703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41"/>
          <p:cNvSpPr txBox="1">
            <a:spLocks noGrp="1"/>
          </p:cNvSpPr>
          <p:nvPr>
            <p:ph type="title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3" name="Google Shape;473;p41"/>
          <p:cNvSpPr txBox="1">
            <a:spLocks noGrp="1"/>
          </p:cNvSpPr>
          <p:nvPr>
            <p:ph type="title" idx="2"/>
          </p:nvPr>
        </p:nvSpPr>
        <p:spPr>
          <a:xfrm>
            <a:off x="1911133" y="4564200"/>
            <a:ext cx="42824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74" name="Google Shape;474;p41"/>
          <p:cNvSpPr txBox="1">
            <a:spLocks noGrp="1"/>
          </p:cNvSpPr>
          <p:nvPr>
            <p:ph type="subTitle" idx="1"/>
          </p:nvPr>
        </p:nvSpPr>
        <p:spPr>
          <a:xfrm>
            <a:off x="1911133" y="5186500"/>
            <a:ext cx="4282400" cy="8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475" name="Google Shape;475;p41"/>
          <p:cNvSpPr txBox="1">
            <a:spLocks noGrp="1"/>
          </p:cNvSpPr>
          <p:nvPr>
            <p:ph type="title" idx="3"/>
          </p:nvPr>
        </p:nvSpPr>
        <p:spPr>
          <a:xfrm>
            <a:off x="6389167" y="4564200"/>
            <a:ext cx="42824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76" name="Google Shape;476;p41"/>
          <p:cNvSpPr txBox="1">
            <a:spLocks noGrp="1"/>
          </p:cNvSpPr>
          <p:nvPr>
            <p:ph type="subTitle" idx="4"/>
          </p:nvPr>
        </p:nvSpPr>
        <p:spPr>
          <a:xfrm>
            <a:off x="6389168" y="5186500"/>
            <a:ext cx="4282400" cy="8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85697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tle and two columns 4">
  <p:cSld name="Tittle and two columns 4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18900732" scaled="0"/>
        </a:gradFill>
        <a:effectLst/>
      </p:bgPr>
    </p:bg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7648918" y="-6741716"/>
            <a:ext cx="7958900" cy="7962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3067289" y="571516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-82393" y="-1724253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099995" flipH="1">
            <a:off x="4880443" y="5493361"/>
            <a:ext cx="1166007" cy="1204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42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flipH="1">
            <a:off x="4828166" y="304724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7739118" y="4972951"/>
            <a:ext cx="7958900" cy="7962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42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flipH="1">
            <a:off x="10104833" y="5566357"/>
            <a:ext cx="1473199" cy="1523995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42"/>
          <p:cNvSpPr txBox="1">
            <a:spLocks noGrp="1"/>
          </p:cNvSpPr>
          <p:nvPr>
            <p:ph type="title"/>
          </p:nvPr>
        </p:nvSpPr>
        <p:spPr>
          <a:xfrm>
            <a:off x="6819900" y="1286251"/>
            <a:ext cx="4244400" cy="9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86" name="Google Shape;486;p42"/>
          <p:cNvSpPr txBox="1">
            <a:spLocks noGrp="1"/>
          </p:cNvSpPr>
          <p:nvPr>
            <p:ph type="subTitle" idx="1"/>
          </p:nvPr>
        </p:nvSpPr>
        <p:spPr>
          <a:xfrm>
            <a:off x="6820064" y="2209851"/>
            <a:ext cx="4244400" cy="9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7" name="Google Shape;487;p42"/>
          <p:cNvSpPr txBox="1">
            <a:spLocks noGrp="1"/>
          </p:cNvSpPr>
          <p:nvPr>
            <p:ph type="title" idx="2"/>
          </p:nvPr>
        </p:nvSpPr>
        <p:spPr>
          <a:xfrm>
            <a:off x="6819900" y="3724551"/>
            <a:ext cx="4244400" cy="9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88" name="Google Shape;488;p42"/>
          <p:cNvSpPr txBox="1">
            <a:spLocks noGrp="1"/>
          </p:cNvSpPr>
          <p:nvPr>
            <p:ph type="subTitle" idx="3"/>
          </p:nvPr>
        </p:nvSpPr>
        <p:spPr>
          <a:xfrm>
            <a:off x="6819900" y="4648151"/>
            <a:ext cx="4244400" cy="9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008415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7898485" y="-4133098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91" name="Google Shape;491;p43"/>
          <p:cNvPicPr preferRelativeResize="0"/>
          <p:nvPr/>
        </p:nvPicPr>
        <p:blipFill rotWithShape="1">
          <a:blip r:embed="rId3">
            <a:alphaModFix/>
          </a:blip>
          <a:srcRect l="18692"/>
          <a:stretch/>
        </p:blipFill>
        <p:spPr>
          <a:xfrm rot="8100005">
            <a:off x="10197127" y="-23654"/>
            <a:ext cx="1133152" cy="1439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43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 rot="10800000">
            <a:off x="9965411" y="327781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42130">
            <a:off x="83314" y="5511380"/>
            <a:ext cx="1166009" cy="1204035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3"/>
          <p:cNvSpPr txBox="1">
            <a:spLocks noGrp="1"/>
          </p:cNvSpPr>
          <p:nvPr>
            <p:ph type="title"/>
          </p:nvPr>
        </p:nvSpPr>
        <p:spPr>
          <a:xfrm>
            <a:off x="1250267" y="4120467"/>
            <a:ext cx="29004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95" name="Google Shape;495;p43"/>
          <p:cNvSpPr txBox="1">
            <a:spLocks noGrp="1"/>
          </p:cNvSpPr>
          <p:nvPr>
            <p:ph type="subTitle" idx="1"/>
          </p:nvPr>
        </p:nvSpPr>
        <p:spPr>
          <a:xfrm>
            <a:off x="1250267" y="4849233"/>
            <a:ext cx="2900400" cy="11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496" name="Google Shape;496;p43"/>
          <p:cNvSpPr txBox="1">
            <a:spLocks noGrp="1"/>
          </p:cNvSpPr>
          <p:nvPr>
            <p:ph type="title" idx="2"/>
          </p:nvPr>
        </p:nvSpPr>
        <p:spPr>
          <a:xfrm>
            <a:off x="4645892" y="4120467"/>
            <a:ext cx="29004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97" name="Google Shape;497;p43"/>
          <p:cNvSpPr txBox="1">
            <a:spLocks noGrp="1"/>
          </p:cNvSpPr>
          <p:nvPr>
            <p:ph type="subTitle" idx="3"/>
          </p:nvPr>
        </p:nvSpPr>
        <p:spPr>
          <a:xfrm>
            <a:off x="4645895" y="4849233"/>
            <a:ext cx="2900400" cy="11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498" name="Google Shape;498;p43"/>
          <p:cNvSpPr txBox="1">
            <a:spLocks noGrp="1"/>
          </p:cNvSpPr>
          <p:nvPr>
            <p:ph type="title" idx="4"/>
          </p:nvPr>
        </p:nvSpPr>
        <p:spPr>
          <a:xfrm>
            <a:off x="8041529" y="4120467"/>
            <a:ext cx="29004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99" name="Google Shape;499;p43"/>
          <p:cNvSpPr txBox="1">
            <a:spLocks noGrp="1"/>
          </p:cNvSpPr>
          <p:nvPr>
            <p:ph type="subTitle" idx="5"/>
          </p:nvPr>
        </p:nvSpPr>
        <p:spPr>
          <a:xfrm>
            <a:off x="8041529" y="4849233"/>
            <a:ext cx="2900400" cy="11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00" name="Google Shape;500;p43"/>
          <p:cNvSpPr txBox="1">
            <a:spLocks noGrp="1"/>
          </p:cNvSpPr>
          <p:nvPr>
            <p:ph type="title" idx="6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951681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" name="Google Shape;50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946096" y="4371284"/>
            <a:ext cx="6199309" cy="6196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284054" y="1724117"/>
            <a:ext cx="6786799" cy="7558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946096" y="-3421349"/>
            <a:ext cx="6199309" cy="6196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-6662782" y="-2163816"/>
            <a:ext cx="7958900" cy="7962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44"/>
          <p:cNvPicPr preferRelativeResize="0"/>
          <p:nvPr/>
        </p:nvPicPr>
        <p:blipFill rotWithShape="1">
          <a:blip r:embed="rId5">
            <a:alphaModFix/>
          </a:blip>
          <a:srcRect l="23890"/>
          <a:stretch/>
        </p:blipFill>
        <p:spPr>
          <a:xfrm rot="5399939">
            <a:off x="8940135" y="-249318"/>
            <a:ext cx="1060701" cy="1439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44"/>
          <p:cNvPicPr preferRelativeResize="0"/>
          <p:nvPr/>
        </p:nvPicPr>
        <p:blipFill rotWithShape="1">
          <a:blip r:embed="rId5">
            <a:alphaModFix/>
          </a:blip>
          <a:srcRect r="20578" b="26057"/>
          <a:stretch/>
        </p:blipFill>
        <p:spPr>
          <a:xfrm rot="-142129">
            <a:off x="11378872" y="6091159"/>
            <a:ext cx="926027" cy="890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44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-5400000" flipH="1">
            <a:off x="4597390" y="3036722"/>
            <a:ext cx="1473199" cy="1523995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44"/>
          <p:cNvSpPr txBox="1">
            <a:spLocks noGrp="1"/>
          </p:cNvSpPr>
          <p:nvPr>
            <p:ph type="title"/>
          </p:nvPr>
        </p:nvSpPr>
        <p:spPr>
          <a:xfrm>
            <a:off x="8026867" y="1465767"/>
            <a:ext cx="28872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10" name="Google Shape;510;p44"/>
          <p:cNvSpPr txBox="1">
            <a:spLocks noGrp="1"/>
          </p:cNvSpPr>
          <p:nvPr>
            <p:ph type="subTitle" idx="1"/>
          </p:nvPr>
        </p:nvSpPr>
        <p:spPr>
          <a:xfrm>
            <a:off x="8026867" y="2089299"/>
            <a:ext cx="288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11" name="Google Shape;511;p44"/>
          <p:cNvSpPr txBox="1">
            <a:spLocks noGrp="1"/>
          </p:cNvSpPr>
          <p:nvPr>
            <p:ph type="title" idx="2"/>
          </p:nvPr>
        </p:nvSpPr>
        <p:spPr>
          <a:xfrm>
            <a:off x="8026867" y="3062140"/>
            <a:ext cx="28872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12" name="Google Shape;512;p44"/>
          <p:cNvSpPr txBox="1">
            <a:spLocks noGrp="1"/>
          </p:cNvSpPr>
          <p:nvPr>
            <p:ph type="subTitle" idx="3"/>
          </p:nvPr>
        </p:nvSpPr>
        <p:spPr>
          <a:xfrm>
            <a:off x="8026867" y="3685665"/>
            <a:ext cx="288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13" name="Google Shape;513;p44"/>
          <p:cNvSpPr txBox="1">
            <a:spLocks noGrp="1"/>
          </p:cNvSpPr>
          <p:nvPr>
            <p:ph type="title" idx="4"/>
          </p:nvPr>
        </p:nvSpPr>
        <p:spPr>
          <a:xfrm>
            <a:off x="8026867" y="4658497"/>
            <a:ext cx="28872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14" name="Google Shape;514;p44"/>
          <p:cNvSpPr txBox="1">
            <a:spLocks noGrp="1"/>
          </p:cNvSpPr>
          <p:nvPr>
            <p:ph type="subTitle" idx="5"/>
          </p:nvPr>
        </p:nvSpPr>
        <p:spPr>
          <a:xfrm>
            <a:off x="8026867" y="5282033"/>
            <a:ext cx="288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15" name="Google Shape;515;p44"/>
          <p:cNvSpPr txBox="1">
            <a:spLocks noGrp="1"/>
          </p:cNvSpPr>
          <p:nvPr>
            <p:ph type="title" idx="6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5946488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Google Shape;517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8595716" flipH="1">
            <a:off x="148593" y="4415535"/>
            <a:ext cx="709183" cy="732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8595716">
            <a:off x="11297913" y="4415535"/>
            <a:ext cx="709183" cy="732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-3624017" y="3011836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9702815" y="-2090165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 flipH="1">
            <a:off x="8382017" y="-2018664"/>
            <a:ext cx="11683969" cy="11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-7899385" y="-2005964"/>
            <a:ext cx="11683969" cy="11683997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45"/>
          <p:cNvSpPr txBox="1">
            <a:spLocks noGrp="1"/>
          </p:cNvSpPr>
          <p:nvPr>
            <p:ph type="title"/>
          </p:nvPr>
        </p:nvSpPr>
        <p:spPr>
          <a:xfrm>
            <a:off x="3334728" y="2094167"/>
            <a:ext cx="26376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24" name="Google Shape;524;p45"/>
          <p:cNvSpPr txBox="1">
            <a:spLocks noGrp="1"/>
          </p:cNvSpPr>
          <p:nvPr>
            <p:ph type="subTitle" idx="1"/>
          </p:nvPr>
        </p:nvSpPr>
        <p:spPr>
          <a:xfrm>
            <a:off x="3334728" y="2774600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25" name="Google Shape;525;p45"/>
          <p:cNvSpPr txBox="1">
            <a:spLocks noGrp="1"/>
          </p:cNvSpPr>
          <p:nvPr>
            <p:ph type="title" idx="2"/>
          </p:nvPr>
        </p:nvSpPr>
        <p:spPr>
          <a:xfrm>
            <a:off x="6219672" y="2094167"/>
            <a:ext cx="26376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26" name="Google Shape;526;p45"/>
          <p:cNvSpPr txBox="1">
            <a:spLocks noGrp="1"/>
          </p:cNvSpPr>
          <p:nvPr>
            <p:ph type="subTitle" idx="3"/>
          </p:nvPr>
        </p:nvSpPr>
        <p:spPr>
          <a:xfrm>
            <a:off x="6219667" y="2774600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27" name="Google Shape;527;p45"/>
          <p:cNvSpPr txBox="1">
            <a:spLocks noGrp="1"/>
          </p:cNvSpPr>
          <p:nvPr>
            <p:ph type="title" idx="4"/>
          </p:nvPr>
        </p:nvSpPr>
        <p:spPr>
          <a:xfrm>
            <a:off x="3334728" y="4005367"/>
            <a:ext cx="26376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28" name="Google Shape;528;p45"/>
          <p:cNvSpPr txBox="1">
            <a:spLocks noGrp="1"/>
          </p:cNvSpPr>
          <p:nvPr>
            <p:ph type="subTitle" idx="5"/>
          </p:nvPr>
        </p:nvSpPr>
        <p:spPr>
          <a:xfrm>
            <a:off x="3334728" y="4685800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29" name="Google Shape;529;p45"/>
          <p:cNvSpPr txBox="1">
            <a:spLocks noGrp="1"/>
          </p:cNvSpPr>
          <p:nvPr>
            <p:ph type="title" idx="6"/>
          </p:nvPr>
        </p:nvSpPr>
        <p:spPr>
          <a:xfrm>
            <a:off x="6219672" y="4005367"/>
            <a:ext cx="26376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30" name="Google Shape;530;p45"/>
          <p:cNvSpPr txBox="1">
            <a:spLocks noGrp="1"/>
          </p:cNvSpPr>
          <p:nvPr>
            <p:ph type="subTitle" idx="7"/>
          </p:nvPr>
        </p:nvSpPr>
        <p:spPr>
          <a:xfrm>
            <a:off x="6219667" y="4685800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31" name="Google Shape;531;p45"/>
          <p:cNvSpPr txBox="1">
            <a:spLocks noGrp="1"/>
          </p:cNvSpPr>
          <p:nvPr>
            <p:ph type="title" idx="8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532" name="Google Shape;532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8099995" flipH="1">
            <a:off x="8939477" y="431161"/>
            <a:ext cx="1166007" cy="12040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478747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3515301" y="-4104833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668901" y="3818502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490268" y="-2444933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718086" y="-3667533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538" name="Google Shape;538;p46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 rot="-5400000">
            <a:off x="9683248" y="277950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3580749" y="4478002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540" name="Google Shape;540;p46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 rot="-5400000">
            <a:off x="1755148" y="5414966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700057">
            <a:off x="163187" y="-705371"/>
            <a:ext cx="1393629" cy="1439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0011484" y="3818502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700057">
            <a:off x="10801652" y="5383629"/>
            <a:ext cx="1393629" cy="1439112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46"/>
          <p:cNvSpPr txBox="1">
            <a:spLocks noGrp="1"/>
          </p:cNvSpPr>
          <p:nvPr>
            <p:ph type="title"/>
          </p:nvPr>
        </p:nvSpPr>
        <p:spPr>
          <a:xfrm>
            <a:off x="1453512" y="1622833"/>
            <a:ext cx="26376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45" name="Google Shape;545;p46"/>
          <p:cNvSpPr txBox="1">
            <a:spLocks noGrp="1"/>
          </p:cNvSpPr>
          <p:nvPr>
            <p:ph type="subTitle" idx="1"/>
          </p:nvPr>
        </p:nvSpPr>
        <p:spPr>
          <a:xfrm>
            <a:off x="1453512" y="2303267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46" name="Google Shape;546;p46"/>
          <p:cNvSpPr txBox="1">
            <a:spLocks noGrp="1"/>
          </p:cNvSpPr>
          <p:nvPr>
            <p:ph type="title" idx="2"/>
          </p:nvPr>
        </p:nvSpPr>
        <p:spPr>
          <a:xfrm>
            <a:off x="8100888" y="2589133"/>
            <a:ext cx="26376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47" name="Google Shape;547;p46"/>
          <p:cNvSpPr txBox="1">
            <a:spLocks noGrp="1"/>
          </p:cNvSpPr>
          <p:nvPr>
            <p:ph type="subTitle" idx="3"/>
          </p:nvPr>
        </p:nvSpPr>
        <p:spPr>
          <a:xfrm>
            <a:off x="8100883" y="3269567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48" name="Google Shape;548;p46"/>
          <p:cNvSpPr txBox="1">
            <a:spLocks noGrp="1"/>
          </p:cNvSpPr>
          <p:nvPr>
            <p:ph type="title" idx="4"/>
          </p:nvPr>
        </p:nvSpPr>
        <p:spPr>
          <a:xfrm>
            <a:off x="1453512" y="3534033"/>
            <a:ext cx="26376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49" name="Google Shape;549;p46"/>
          <p:cNvSpPr txBox="1">
            <a:spLocks noGrp="1"/>
          </p:cNvSpPr>
          <p:nvPr>
            <p:ph type="subTitle" idx="5"/>
          </p:nvPr>
        </p:nvSpPr>
        <p:spPr>
          <a:xfrm>
            <a:off x="1453512" y="4214467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50" name="Google Shape;550;p46"/>
          <p:cNvSpPr txBox="1">
            <a:spLocks noGrp="1"/>
          </p:cNvSpPr>
          <p:nvPr>
            <p:ph type="title" idx="6"/>
          </p:nvPr>
        </p:nvSpPr>
        <p:spPr>
          <a:xfrm>
            <a:off x="8100888" y="4500333"/>
            <a:ext cx="26376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51" name="Google Shape;551;p46"/>
          <p:cNvSpPr txBox="1">
            <a:spLocks noGrp="1"/>
          </p:cNvSpPr>
          <p:nvPr>
            <p:ph type="subTitle" idx="7"/>
          </p:nvPr>
        </p:nvSpPr>
        <p:spPr>
          <a:xfrm>
            <a:off x="8100883" y="5180767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52" name="Google Shape;552;p46"/>
          <p:cNvSpPr txBox="1">
            <a:spLocks noGrp="1"/>
          </p:cNvSpPr>
          <p:nvPr>
            <p:ph type="title" idx="8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396030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4" name="Google Shape;554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4278614" y="3331152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555" name="Google Shape;55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700057">
            <a:off x="10222936" y="153996"/>
            <a:ext cx="1393629" cy="1439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9534650" y="-4079698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47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 rot="-5400000">
            <a:off x="9861765" y="-133368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700057">
            <a:off x="500636" y="153996"/>
            <a:ext cx="1393629" cy="1439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3500785" y="-4079698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47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 rot="-5400000">
            <a:off x="91465" y="-133368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9599720" y="3331152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62" name="Google Shape;562;p47"/>
          <p:cNvSpPr txBox="1">
            <a:spLocks noGrp="1"/>
          </p:cNvSpPr>
          <p:nvPr>
            <p:ph type="title"/>
          </p:nvPr>
        </p:nvSpPr>
        <p:spPr>
          <a:xfrm>
            <a:off x="957400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3" name="Google Shape;563;p47"/>
          <p:cNvSpPr txBox="1">
            <a:spLocks noGrp="1"/>
          </p:cNvSpPr>
          <p:nvPr>
            <p:ph type="title" idx="2"/>
          </p:nvPr>
        </p:nvSpPr>
        <p:spPr>
          <a:xfrm>
            <a:off x="2628467" y="2300300"/>
            <a:ext cx="30748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64" name="Google Shape;564;p47"/>
          <p:cNvSpPr txBox="1">
            <a:spLocks noGrp="1"/>
          </p:cNvSpPr>
          <p:nvPr>
            <p:ph type="subTitle" idx="1"/>
          </p:nvPr>
        </p:nvSpPr>
        <p:spPr>
          <a:xfrm>
            <a:off x="2628467" y="2778300"/>
            <a:ext cx="307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65" name="Google Shape;565;p47"/>
          <p:cNvSpPr txBox="1">
            <a:spLocks noGrp="1"/>
          </p:cNvSpPr>
          <p:nvPr>
            <p:ph type="title" idx="3"/>
          </p:nvPr>
        </p:nvSpPr>
        <p:spPr>
          <a:xfrm>
            <a:off x="7950833" y="2300300"/>
            <a:ext cx="30748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66" name="Google Shape;566;p47"/>
          <p:cNvSpPr txBox="1">
            <a:spLocks noGrp="1"/>
          </p:cNvSpPr>
          <p:nvPr>
            <p:ph type="subTitle" idx="4"/>
          </p:nvPr>
        </p:nvSpPr>
        <p:spPr>
          <a:xfrm>
            <a:off x="7950833" y="2778300"/>
            <a:ext cx="307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67" name="Google Shape;567;p47"/>
          <p:cNvSpPr txBox="1">
            <a:spLocks noGrp="1"/>
          </p:cNvSpPr>
          <p:nvPr>
            <p:ph type="title" idx="5"/>
          </p:nvPr>
        </p:nvSpPr>
        <p:spPr>
          <a:xfrm>
            <a:off x="2628467" y="4103133"/>
            <a:ext cx="30748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68" name="Google Shape;568;p47"/>
          <p:cNvSpPr txBox="1">
            <a:spLocks noGrp="1"/>
          </p:cNvSpPr>
          <p:nvPr>
            <p:ph type="subTitle" idx="6"/>
          </p:nvPr>
        </p:nvSpPr>
        <p:spPr>
          <a:xfrm>
            <a:off x="2628467" y="4581133"/>
            <a:ext cx="307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69" name="Google Shape;569;p47"/>
          <p:cNvSpPr txBox="1">
            <a:spLocks noGrp="1"/>
          </p:cNvSpPr>
          <p:nvPr>
            <p:ph type="title" idx="7"/>
          </p:nvPr>
        </p:nvSpPr>
        <p:spPr>
          <a:xfrm>
            <a:off x="7950833" y="4103133"/>
            <a:ext cx="30748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70" name="Google Shape;570;p47"/>
          <p:cNvSpPr txBox="1">
            <a:spLocks noGrp="1"/>
          </p:cNvSpPr>
          <p:nvPr>
            <p:ph type="subTitle" idx="8"/>
          </p:nvPr>
        </p:nvSpPr>
        <p:spPr>
          <a:xfrm>
            <a:off x="7950833" y="4581133"/>
            <a:ext cx="307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862447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2" name="Google Shape;57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4458782" y="1450786"/>
            <a:ext cx="6858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48"/>
          <p:cNvPicPr preferRelativeResize="0"/>
          <p:nvPr/>
        </p:nvPicPr>
        <p:blipFill rotWithShape="1">
          <a:blip r:embed="rId3">
            <a:alphaModFix/>
          </a:blip>
          <a:srcRect l="24986" t="19560" r="27255" b="27830"/>
          <a:stretch/>
        </p:blipFill>
        <p:spPr>
          <a:xfrm rot="10800000" flipH="1">
            <a:off x="191694" y="4726577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792785" y="1450786"/>
            <a:ext cx="6858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48"/>
          <p:cNvPicPr preferRelativeResize="0"/>
          <p:nvPr/>
        </p:nvPicPr>
        <p:blipFill rotWithShape="1">
          <a:blip r:embed="rId3">
            <a:alphaModFix/>
          </a:blip>
          <a:srcRect l="24986" t="19560" r="27255" b="27830"/>
          <a:stretch/>
        </p:blipFill>
        <p:spPr>
          <a:xfrm rot="10800000">
            <a:off x="10527111" y="4726577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9104270" y="-3792248"/>
            <a:ext cx="4584100" cy="5105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48"/>
          <p:cNvPicPr preferRelativeResize="0"/>
          <p:nvPr/>
        </p:nvPicPr>
        <p:blipFill rotWithShape="1">
          <a:blip r:embed="rId5">
            <a:alphaModFix/>
          </a:blip>
          <a:srcRect r="39602"/>
          <a:stretch/>
        </p:blipFill>
        <p:spPr>
          <a:xfrm rot="-5399942" flipH="1">
            <a:off x="1542086" y="5744828"/>
            <a:ext cx="841700" cy="143912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48"/>
          <p:cNvSpPr txBox="1">
            <a:spLocks noGrp="1"/>
          </p:cNvSpPr>
          <p:nvPr>
            <p:ph type="title"/>
          </p:nvPr>
        </p:nvSpPr>
        <p:spPr>
          <a:xfrm>
            <a:off x="1468233" y="2307300"/>
            <a:ext cx="2648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79" name="Google Shape;579;p48"/>
          <p:cNvSpPr txBox="1">
            <a:spLocks noGrp="1"/>
          </p:cNvSpPr>
          <p:nvPr>
            <p:ph type="subTitle" idx="1"/>
          </p:nvPr>
        </p:nvSpPr>
        <p:spPr>
          <a:xfrm>
            <a:off x="1468233" y="2908633"/>
            <a:ext cx="264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80" name="Google Shape;580;p48"/>
          <p:cNvSpPr txBox="1">
            <a:spLocks noGrp="1"/>
          </p:cNvSpPr>
          <p:nvPr>
            <p:ph type="title" idx="2"/>
          </p:nvPr>
        </p:nvSpPr>
        <p:spPr>
          <a:xfrm>
            <a:off x="4771931" y="2307300"/>
            <a:ext cx="2648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81" name="Google Shape;581;p48"/>
          <p:cNvSpPr txBox="1">
            <a:spLocks noGrp="1"/>
          </p:cNvSpPr>
          <p:nvPr>
            <p:ph type="subTitle" idx="3"/>
          </p:nvPr>
        </p:nvSpPr>
        <p:spPr>
          <a:xfrm>
            <a:off x="4771933" y="2908633"/>
            <a:ext cx="264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82" name="Google Shape;582;p48"/>
          <p:cNvSpPr txBox="1">
            <a:spLocks noGrp="1"/>
          </p:cNvSpPr>
          <p:nvPr>
            <p:ph type="title" idx="4"/>
          </p:nvPr>
        </p:nvSpPr>
        <p:spPr>
          <a:xfrm>
            <a:off x="3120151" y="4726500"/>
            <a:ext cx="2648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83" name="Google Shape;583;p48"/>
          <p:cNvSpPr txBox="1">
            <a:spLocks noGrp="1"/>
          </p:cNvSpPr>
          <p:nvPr>
            <p:ph type="subTitle" idx="5"/>
          </p:nvPr>
        </p:nvSpPr>
        <p:spPr>
          <a:xfrm>
            <a:off x="3120100" y="5327833"/>
            <a:ext cx="264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84" name="Google Shape;584;p48"/>
          <p:cNvSpPr txBox="1">
            <a:spLocks noGrp="1"/>
          </p:cNvSpPr>
          <p:nvPr>
            <p:ph type="title" idx="6"/>
          </p:nvPr>
        </p:nvSpPr>
        <p:spPr>
          <a:xfrm>
            <a:off x="6423847" y="4726500"/>
            <a:ext cx="2648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85" name="Google Shape;585;p48"/>
          <p:cNvSpPr txBox="1">
            <a:spLocks noGrp="1"/>
          </p:cNvSpPr>
          <p:nvPr>
            <p:ph type="subTitle" idx="7"/>
          </p:nvPr>
        </p:nvSpPr>
        <p:spPr>
          <a:xfrm>
            <a:off x="6423800" y="5327833"/>
            <a:ext cx="264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86" name="Google Shape;586;p48"/>
          <p:cNvSpPr txBox="1">
            <a:spLocks noGrp="1"/>
          </p:cNvSpPr>
          <p:nvPr>
            <p:ph type="title" idx="8"/>
          </p:nvPr>
        </p:nvSpPr>
        <p:spPr>
          <a:xfrm>
            <a:off x="8075636" y="2307300"/>
            <a:ext cx="2648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87" name="Google Shape;587;p48"/>
          <p:cNvSpPr txBox="1">
            <a:spLocks noGrp="1"/>
          </p:cNvSpPr>
          <p:nvPr>
            <p:ph type="subTitle" idx="9"/>
          </p:nvPr>
        </p:nvSpPr>
        <p:spPr>
          <a:xfrm>
            <a:off x="8075633" y="2908633"/>
            <a:ext cx="264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88" name="Google Shape;588;p48"/>
          <p:cNvSpPr txBox="1">
            <a:spLocks noGrp="1"/>
          </p:cNvSpPr>
          <p:nvPr>
            <p:ph type="title" idx="13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589" name="Google Shape;589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 flipH="1">
            <a:off x="-1509230" y="-3792248"/>
            <a:ext cx="4584100" cy="5105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48"/>
          <p:cNvPicPr preferRelativeResize="0"/>
          <p:nvPr/>
        </p:nvPicPr>
        <p:blipFill rotWithShape="1">
          <a:blip r:embed="rId5">
            <a:alphaModFix/>
          </a:blip>
          <a:srcRect r="39602"/>
          <a:stretch/>
        </p:blipFill>
        <p:spPr>
          <a:xfrm rot="-5399942" flipH="1">
            <a:off x="9720186" y="5744828"/>
            <a:ext cx="841700" cy="14391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987270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 flipH="1">
            <a:off x="11306734" y="2526681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4592201" y="-2528765"/>
            <a:ext cx="6858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49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 rot="10800000" flipH="1">
            <a:off x="58277" y="747025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49"/>
          <p:cNvPicPr preferRelativeResize="0"/>
          <p:nvPr/>
        </p:nvPicPr>
        <p:blipFill rotWithShape="1">
          <a:blip r:embed="rId5">
            <a:alphaModFix/>
          </a:blip>
          <a:srcRect t="26836"/>
          <a:stretch/>
        </p:blipFill>
        <p:spPr>
          <a:xfrm rot="-3266238" flipH="1">
            <a:off x="-295262" y="3014871"/>
            <a:ext cx="1393627" cy="1052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49"/>
          <p:cNvPicPr preferRelativeResize="0"/>
          <p:nvPr/>
        </p:nvPicPr>
        <p:blipFill rotWithShape="1">
          <a:blip r:embed="rId5">
            <a:alphaModFix/>
          </a:blip>
          <a:srcRect r="22630"/>
          <a:stretch/>
        </p:blipFill>
        <p:spPr>
          <a:xfrm rot="10510437" flipH="1">
            <a:off x="11326511" y="3541315"/>
            <a:ext cx="902141" cy="1204039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49"/>
          <p:cNvSpPr txBox="1">
            <a:spLocks noGrp="1"/>
          </p:cNvSpPr>
          <p:nvPr>
            <p:ph type="title"/>
          </p:nvPr>
        </p:nvSpPr>
        <p:spPr>
          <a:xfrm>
            <a:off x="1468233" y="2307300"/>
            <a:ext cx="2648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98" name="Google Shape;598;p49"/>
          <p:cNvSpPr txBox="1">
            <a:spLocks noGrp="1"/>
          </p:cNvSpPr>
          <p:nvPr>
            <p:ph type="subTitle" idx="1"/>
          </p:nvPr>
        </p:nvSpPr>
        <p:spPr>
          <a:xfrm>
            <a:off x="1468233" y="2908633"/>
            <a:ext cx="264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99" name="Google Shape;599;p49"/>
          <p:cNvSpPr txBox="1">
            <a:spLocks noGrp="1"/>
          </p:cNvSpPr>
          <p:nvPr>
            <p:ph type="title" idx="2"/>
          </p:nvPr>
        </p:nvSpPr>
        <p:spPr>
          <a:xfrm>
            <a:off x="4771931" y="2307300"/>
            <a:ext cx="2648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600" name="Google Shape;600;p49"/>
          <p:cNvSpPr txBox="1">
            <a:spLocks noGrp="1"/>
          </p:cNvSpPr>
          <p:nvPr>
            <p:ph type="subTitle" idx="3"/>
          </p:nvPr>
        </p:nvSpPr>
        <p:spPr>
          <a:xfrm>
            <a:off x="4771929" y="2908633"/>
            <a:ext cx="264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601" name="Google Shape;601;p49"/>
          <p:cNvSpPr txBox="1">
            <a:spLocks noGrp="1"/>
          </p:cNvSpPr>
          <p:nvPr>
            <p:ph type="title" idx="4"/>
          </p:nvPr>
        </p:nvSpPr>
        <p:spPr>
          <a:xfrm>
            <a:off x="1468233" y="4726500"/>
            <a:ext cx="2648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602" name="Google Shape;602;p49"/>
          <p:cNvSpPr txBox="1">
            <a:spLocks noGrp="1"/>
          </p:cNvSpPr>
          <p:nvPr>
            <p:ph type="subTitle" idx="5"/>
          </p:nvPr>
        </p:nvSpPr>
        <p:spPr>
          <a:xfrm>
            <a:off x="1468233" y="5327833"/>
            <a:ext cx="264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603" name="Google Shape;603;p49"/>
          <p:cNvSpPr txBox="1">
            <a:spLocks noGrp="1"/>
          </p:cNvSpPr>
          <p:nvPr>
            <p:ph type="title" idx="6"/>
          </p:nvPr>
        </p:nvSpPr>
        <p:spPr>
          <a:xfrm>
            <a:off x="4771931" y="4726500"/>
            <a:ext cx="2648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604" name="Google Shape;604;p49"/>
          <p:cNvSpPr txBox="1">
            <a:spLocks noGrp="1"/>
          </p:cNvSpPr>
          <p:nvPr>
            <p:ph type="subTitle" idx="7"/>
          </p:nvPr>
        </p:nvSpPr>
        <p:spPr>
          <a:xfrm>
            <a:off x="4771929" y="5327833"/>
            <a:ext cx="264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605" name="Google Shape;605;p49"/>
          <p:cNvSpPr txBox="1">
            <a:spLocks noGrp="1"/>
          </p:cNvSpPr>
          <p:nvPr>
            <p:ph type="title" idx="8"/>
          </p:nvPr>
        </p:nvSpPr>
        <p:spPr>
          <a:xfrm>
            <a:off x="8075636" y="2307300"/>
            <a:ext cx="2648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606" name="Google Shape;606;p49"/>
          <p:cNvSpPr txBox="1">
            <a:spLocks noGrp="1"/>
          </p:cNvSpPr>
          <p:nvPr>
            <p:ph type="subTitle" idx="9"/>
          </p:nvPr>
        </p:nvSpPr>
        <p:spPr>
          <a:xfrm>
            <a:off x="8075633" y="2908633"/>
            <a:ext cx="264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607" name="Google Shape;607;p49"/>
          <p:cNvSpPr txBox="1">
            <a:spLocks noGrp="1"/>
          </p:cNvSpPr>
          <p:nvPr>
            <p:ph type="title" idx="13"/>
          </p:nvPr>
        </p:nvSpPr>
        <p:spPr>
          <a:xfrm>
            <a:off x="8075636" y="4726500"/>
            <a:ext cx="2648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608" name="Google Shape;608;p49"/>
          <p:cNvSpPr txBox="1">
            <a:spLocks noGrp="1"/>
          </p:cNvSpPr>
          <p:nvPr>
            <p:ph type="subTitle" idx="14"/>
          </p:nvPr>
        </p:nvSpPr>
        <p:spPr>
          <a:xfrm>
            <a:off x="8075633" y="5327833"/>
            <a:ext cx="264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609" name="Google Shape;609;p49"/>
          <p:cNvSpPr txBox="1">
            <a:spLocks noGrp="1"/>
          </p:cNvSpPr>
          <p:nvPr>
            <p:ph type="title" idx="15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950758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012" scaled="0"/>
        </a:gradFill>
        <a:effectLst/>
      </p:bgPr>
    </p:bg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2641166" y="-1730898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727698" y="-638698"/>
            <a:ext cx="6858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331799" y="-634732"/>
            <a:ext cx="8000836" cy="8139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50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>
            <a:off x="10032001" y="4610800"/>
            <a:ext cx="1585331" cy="16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50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 rot="5400000">
            <a:off x="10055417" y="381699"/>
            <a:ext cx="1585331" cy="1640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72000" y="3181664"/>
            <a:ext cx="668968" cy="690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700000">
            <a:off x="10547191" y="4104807"/>
            <a:ext cx="696420" cy="674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-2700036">
            <a:off x="11412641" y="924659"/>
            <a:ext cx="1167993" cy="1006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-3727697" y="1994373"/>
            <a:ext cx="7098497" cy="7098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50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 rot="10800000">
            <a:off x="350468" y="3546650"/>
            <a:ext cx="1585331" cy="1640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-2700036">
            <a:off x="807374" y="5192224"/>
            <a:ext cx="1167993" cy="1006053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50"/>
          <p:cNvSpPr txBox="1">
            <a:spLocks noGrp="1"/>
          </p:cNvSpPr>
          <p:nvPr>
            <p:ph type="ctrTitle"/>
          </p:nvPr>
        </p:nvSpPr>
        <p:spPr>
          <a:xfrm>
            <a:off x="3243800" y="787400"/>
            <a:ext cx="5704400" cy="11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400" b="1"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623" name="Google Shape;623;p50"/>
          <p:cNvSpPr txBox="1">
            <a:spLocks noGrp="1"/>
          </p:cNvSpPr>
          <p:nvPr>
            <p:ph type="subTitle" idx="1"/>
          </p:nvPr>
        </p:nvSpPr>
        <p:spPr>
          <a:xfrm>
            <a:off x="3243800" y="2858800"/>
            <a:ext cx="5704400" cy="16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800"/>
              <a:buNone/>
              <a:defRPr>
                <a:solidFill>
                  <a:srgbClr val="D9D9D9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624" name="Google Shape;624;p50"/>
          <p:cNvSpPr txBox="1"/>
          <p:nvPr/>
        </p:nvSpPr>
        <p:spPr>
          <a:xfrm>
            <a:off x="3743600" y="4787000"/>
            <a:ext cx="4704800" cy="8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, including icons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and infographics &amp; images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6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23449267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2698631" scaled="0"/>
        </a:gradFill>
        <a:effectLst/>
      </p:bgPr>
    </p:bg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626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909785" y="-1644961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3130747" y="2027172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 flipH="1">
            <a:off x="-3388682" y="-3017794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29" name="Google Shape;629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 flipH="1">
            <a:off x="-2974385" y="-2608431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-2880682" y="2052573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31" name="Google Shape;631;p5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8100029" flipH="1">
            <a:off x="867903" y="2974369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51"/>
          <p:cNvPicPr preferRelativeResize="0"/>
          <p:nvPr/>
        </p:nvPicPr>
        <p:blipFill rotWithShape="1">
          <a:blip r:embed="rId8">
            <a:alphaModFix/>
          </a:blip>
          <a:srcRect l="24986" t="19560" r="27255" b="27830"/>
          <a:stretch/>
        </p:blipFill>
        <p:spPr>
          <a:xfrm rot="5399989" flipH="1">
            <a:off x="1753461" y="4263491"/>
            <a:ext cx="1473203" cy="1524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51"/>
          <p:cNvPicPr preferRelativeResize="0"/>
          <p:nvPr/>
        </p:nvPicPr>
        <p:blipFill rotWithShape="1">
          <a:blip r:embed="rId8">
            <a:alphaModFix/>
          </a:blip>
          <a:srcRect l="24986" t="19560" r="27255" b="27830"/>
          <a:stretch/>
        </p:blipFill>
        <p:spPr>
          <a:xfrm flipH="1">
            <a:off x="854915" y="207053"/>
            <a:ext cx="1755168" cy="18157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106133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4666156" y="-3730873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4958656" y="-6742603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 flipH="1">
            <a:off x="7350190" y="-3694606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38" name="Google Shape;638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699971" flipH="1">
            <a:off x="9583142" y="212257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52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-5400000" flipH="1">
            <a:off x="8553514" y="-97331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100000" flipH="1">
            <a:off x="10568790" y="5418041"/>
            <a:ext cx="1166009" cy="12040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098343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2204186" y="738167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4676848" y="1609200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-1654265" y="4042033"/>
            <a:ext cx="6858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2857315" y="4000734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46" name="Google Shape;646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3271612" y="4424740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799942">
            <a:off x="10667267" y="304579"/>
            <a:ext cx="1393629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53"/>
          <p:cNvPicPr preferRelativeResize="0"/>
          <p:nvPr/>
        </p:nvPicPr>
        <p:blipFill rotWithShape="1">
          <a:blip r:embed="rId7">
            <a:alphaModFix/>
          </a:blip>
          <a:srcRect l="24986" t="19560" r="27255" b="27830"/>
          <a:stretch/>
        </p:blipFill>
        <p:spPr>
          <a:xfrm>
            <a:off x="901623" y="1838557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53"/>
          <p:cNvPicPr preferRelativeResize="0"/>
          <p:nvPr/>
        </p:nvPicPr>
        <p:blipFill rotWithShape="1">
          <a:blip r:embed="rId7">
            <a:alphaModFix/>
          </a:blip>
          <a:srcRect l="24986" t="19560" r="27255" b="27830"/>
          <a:stretch/>
        </p:blipFill>
        <p:spPr>
          <a:xfrm rot="10800000">
            <a:off x="5757179" y="4501535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2700000">
            <a:off x="291878" y="3133353"/>
            <a:ext cx="1166009" cy="1204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088949" y="4431634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778559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 flipH="1">
            <a:off x="-4064001" y="2057402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4419601" y="-888998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55" name="Google Shape;655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9601202" y="1356969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56" name="Google Shape;656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666691" flipH="1">
            <a:off x="10632167" y="-225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54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-5366725" flipH="1">
            <a:off x="10592389" y="5092189"/>
            <a:ext cx="1473199" cy="1523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0799948" flipH="1">
            <a:off x="-467635" y="491775"/>
            <a:ext cx="1393632" cy="14391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523140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Background 4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0" name="Google Shape;66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8403688" y="-2591234"/>
            <a:ext cx="6861353" cy="68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9874162" y="-2004818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62" name="Google Shape;662;p55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 rot="-5400000" flipH="1">
            <a:off x="9899523" y="845824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073025" y="-2591234"/>
            <a:ext cx="6861353" cy="68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4540146" y="-2004818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65" name="Google Shape;665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-1998883" y="5693729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55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 rot="-5400000" flipH="1">
            <a:off x="770890" y="845824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8100000" flipH="1">
            <a:off x="5812935" y="6150617"/>
            <a:ext cx="1166009" cy="1204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8166003" y="5693729"/>
            <a:ext cx="6024901" cy="60278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408008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5">
  <p:cSld name="Background 5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0" name="Google Shape;670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2504498" y="-3662869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5594" y="4535433"/>
            <a:ext cx="6861353" cy="68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2504497" y="3563366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-4227265" y="2434400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74" name="Google Shape;674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-3808464" y="2843764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7908770" y="-3573769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76" name="Google Shape;676;p5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8099971">
            <a:off x="8213473" y="25778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56"/>
          <p:cNvPicPr preferRelativeResize="0"/>
          <p:nvPr/>
        </p:nvPicPr>
        <p:blipFill rotWithShape="1">
          <a:blip r:embed="rId8">
            <a:alphaModFix/>
          </a:blip>
          <a:srcRect l="24986" t="19560" r="27255" b="27830"/>
          <a:stretch/>
        </p:blipFill>
        <p:spPr>
          <a:xfrm rot="5400011">
            <a:off x="11237289" y="939943"/>
            <a:ext cx="1473203" cy="1524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56"/>
          <p:cNvPicPr preferRelativeResize="0"/>
          <p:nvPr/>
        </p:nvPicPr>
        <p:blipFill rotWithShape="1">
          <a:blip r:embed="rId8">
            <a:alphaModFix/>
          </a:blip>
          <a:srcRect l="24986" t="19560" r="27255" b="27830"/>
          <a:stretch/>
        </p:blipFill>
        <p:spPr>
          <a:xfrm>
            <a:off x="282436" y="3987946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5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8100000">
            <a:off x="3774534" y="6186009"/>
            <a:ext cx="1166009" cy="12040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28750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42.xml"/><Relationship Id="rId39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7.xml"/><Relationship Id="rId34" Type="http://schemas.openxmlformats.org/officeDocument/2006/relationships/slideLayout" Target="../slideLayouts/slideLayout50.xml"/><Relationship Id="rId42" Type="http://schemas.openxmlformats.org/officeDocument/2006/relationships/slideLayout" Target="../slideLayouts/slideLayout58.xml"/><Relationship Id="rId47" Type="http://schemas.openxmlformats.org/officeDocument/2006/relationships/slideLayout" Target="../slideLayouts/slideLayout63.xml"/><Relationship Id="rId50" Type="http://schemas.openxmlformats.org/officeDocument/2006/relationships/slideLayout" Target="../slideLayouts/slideLayout66.xml"/><Relationship Id="rId55" Type="http://schemas.openxmlformats.org/officeDocument/2006/relationships/slideLayout" Target="../slideLayouts/slideLayout71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27.xml"/><Relationship Id="rId24" Type="http://schemas.openxmlformats.org/officeDocument/2006/relationships/slideLayout" Target="../slideLayouts/slideLayout40.xml"/><Relationship Id="rId32" Type="http://schemas.openxmlformats.org/officeDocument/2006/relationships/slideLayout" Target="../slideLayouts/slideLayout48.xml"/><Relationship Id="rId37" Type="http://schemas.openxmlformats.org/officeDocument/2006/relationships/slideLayout" Target="../slideLayouts/slideLayout53.xml"/><Relationship Id="rId40" Type="http://schemas.openxmlformats.org/officeDocument/2006/relationships/slideLayout" Target="../slideLayouts/slideLayout56.xml"/><Relationship Id="rId45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9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35.xml"/><Relationship Id="rId31" Type="http://schemas.openxmlformats.org/officeDocument/2006/relationships/slideLayout" Target="../slideLayouts/slideLayout47.xml"/><Relationship Id="rId44" Type="http://schemas.openxmlformats.org/officeDocument/2006/relationships/slideLayout" Target="../slideLayouts/slideLayout60.xml"/><Relationship Id="rId52" Type="http://schemas.openxmlformats.org/officeDocument/2006/relationships/slideLayout" Target="../slideLayouts/slideLayout68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43.xml"/><Relationship Id="rId30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51.xml"/><Relationship Id="rId43" Type="http://schemas.openxmlformats.org/officeDocument/2006/relationships/slideLayout" Target="../slideLayouts/slideLayout59.xml"/><Relationship Id="rId48" Type="http://schemas.openxmlformats.org/officeDocument/2006/relationships/slideLayout" Target="../slideLayouts/slideLayout64.xml"/><Relationship Id="rId56" Type="http://schemas.openxmlformats.org/officeDocument/2006/relationships/theme" Target="../theme/theme2.xml"/><Relationship Id="rId8" Type="http://schemas.openxmlformats.org/officeDocument/2006/relationships/slideLayout" Target="../slideLayouts/slideLayout24.xml"/><Relationship Id="rId51" Type="http://schemas.openxmlformats.org/officeDocument/2006/relationships/slideLayout" Target="../slideLayouts/slideLayout67.xml"/><Relationship Id="rId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5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9.xml"/><Relationship Id="rId38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62.xml"/><Relationship Id="rId20" Type="http://schemas.openxmlformats.org/officeDocument/2006/relationships/slideLayout" Target="../slideLayouts/slideLayout36.xml"/><Relationship Id="rId41" Type="http://schemas.openxmlformats.org/officeDocument/2006/relationships/slideLayout" Target="../slideLayouts/slideLayout57.xml"/><Relationship Id="rId54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44.xml"/><Relationship Id="rId36" Type="http://schemas.openxmlformats.org/officeDocument/2006/relationships/slideLayout" Target="../slideLayouts/slideLayout52.xml"/><Relationship Id="rId4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3B05A7-50E3-21AE-99C4-2DC0F521F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263F3-00BE-939A-0AE7-1F45DAFEE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42114-0D8A-B1DB-E045-5B66635E4B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FECD8D-254C-41BF-ABAD-F50EA83F24B1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CEF23-A4E6-99AB-A31A-FFC18C5963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41FDA-A8A3-5E6C-FD9B-DAE220ED5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622D2D-A27B-4BA3-967B-F74142F1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18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bitron"/>
              <a:buNone/>
              <a:defRPr sz="32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270964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1" r:id="rId24"/>
    <p:sldLayoutId id="2147483702" r:id="rId25"/>
    <p:sldLayoutId id="2147483703" r:id="rId26"/>
    <p:sldLayoutId id="2147483704" r:id="rId27"/>
    <p:sldLayoutId id="2147483705" r:id="rId28"/>
    <p:sldLayoutId id="2147483706" r:id="rId29"/>
    <p:sldLayoutId id="2147483707" r:id="rId30"/>
    <p:sldLayoutId id="2147483708" r:id="rId31"/>
    <p:sldLayoutId id="2147483709" r:id="rId32"/>
    <p:sldLayoutId id="2147483710" r:id="rId33"/>
    <p:sldLayoutId id="2147483711" r:id="rId34"/>
    <p:sldLayoutId id="2147483712" r:id="rId35"/>
    <p:sldLayoutId id="2147483713" r:id="rId36"/>
    <p:sldLayoutId id="2147483714" r:id="rId37"/>
    <p:sldLayoutId id="2147483715" r:id="rId38"/>
    <p:sldLayoutId id="2147483716" r:id="rId39"/>
    <p:sldLayoutId id="2147483717" r:id="rId40"/>
    <p:sldLayoutId id="2147483718" r:id="rId41"/>
    <p:sldLayoutId id="2147483719" r:id="rId42"/>
    <p:sldLayoutId id="2147483720" r:id="rId43"/>
    <p:sldLayoutId id="2147483721" r:id="rId44"/>
    <p:sldLayoutId id="2147483722" r:id="rId45"/>
    <p:sldLayoutId id="2147483723" r:id="rId46"/>
    <p:sldLayoutId id="2147483724" r:id="rId47"/>
    <p:sldLayoutId id="2147483725" r:id="rId48"/>
    <p:sldLayoutId id="2147483726" r:id="rId49"/>
    <p:sldLayoutId id="2147483727" r:id="rId50"/>
    <p:sldLayoutId id="2147483728" r:id="rId51"/>
    <p:sldLayoutId id="2147483729" r:id="rId52"/>
    <p:sldLayoutId id="2147483730" r:id="rId53"/>
    <p:sldLayoutId id="2147483731" r:id="rId54"/>
    <p:sldLayoutId id="2147483732" r:id="rId5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13" Type="http://schemas.openxmlformats.org/officeDocument/2006/relationships/image" Target="../media/image22.jpeg"/><Relationship Id="rId3" Type="http://schemas.openxmlformats.org/officeDocument/2006/relationships/image" Target="../media/image13.png"/><Relationship Id="rId7" Type="http://schemas.openxmlformats.org/officeDocument/2006/relationships/image" Target="../media/image16.jpe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jpe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microsoft.com/office/2007/relationships/hdphoto" Target="../media/hdphoto1.wdp"/><Relationship Id="rId9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5.png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8.png"/><Relationship Id="rId5" Type="http://schemas.openxmlformats.org/officeDocument/2006/relationships/image" Target="../media/image14.png"/><Relationship Id="rId4" Type="http://schemas.microsoft.com/office/2007/relationships/hdphoto" Target="../media/hdphoto1.wdp"/><Relationship Id="rId9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3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microsoft.com/office/2007/relationships/hdphoto" Target="../media/hdphoto1.wdp"/><Relationship Id="rId9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8.png"/><Relationship Id="rId5" Type="http://schemas.openxmlformats.org/officeDocument/2006/relationships/image" Target="../media/image14.png"/><Relationship Id="rId4" Type="http://schemas.microsoft.com/office/2007/relationships/hdphoto" Target="../media/hdphoto1.wdp"/><Relationship Id="rId9" Type="http://schemas.microsoft.com/office/2007/relationships/hdphoto" Target="../media/hdphoto3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3.png"/><Relationship Id="rId7" Type="http://schemas.openxmlformats.org/officeDocument/2006/relationships/image" Target="../media/image42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63000">
              <a:srgbClr val="030D27"/>
            </a:gs>
            <a:gs pos="100000">
              <a:srgbClr val="080D03"/>
            </a:gs>
          </a:gsLst>
          <a:lin ang="5400012" scaled="0"/>
        </a:gradFill>
        <a:effectLst/>
      </p:bgPr>
    </p:bg>
    <p:spTree>
      <p:nvGrpSpPr>
        <p:cNvPr id="1" name="Shape 691">
          <a:extLst>
            <a:ext uri="{FF2B5EF4-FFF2-40B4-BE49-F238E27FC236}">
              <a16:creationId xmlns:a16="http://schemas.microsoft.com/office/drawing/2014/main" id="{945DCEB0-FFD9-8A38-3691-1C7172E17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F9D0C32A-6459-D575-C189-40A834A1625C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1D7A770-8260-7029-E20B-A96DEB8266C3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119" y="0"/>
            <a:ext cx="123122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A1F02C1-F1B5-D3BD-3C47-72C35A18BFE4}"/>
              </a:ext>
            </a:extLst>
          </p:cNvPr>
          <p:cNvSpPr/>
          <p:nvPr/>
        </p:nvSpPr>
        <p:spPr>
          <a:xfrm>
            <a:off x="2255365" y="1693255"/>
            <a:ext cx="1953237" cy="4574946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  <a:alpha val="25000"/>
                </a:schemeClr>
              </a:gs>
              <a:gs pos="46000">
                <a:schemeClr val="accent4">
                  <a:lumMod val="95000"/>
                  <a:lumOff val="5000"/>
                  <a:alpha val="25000"/>
                </a:schemeClr>
              </a:gs>
              <a:gs pos="100000">
                <a:srgbClr val="135141">
                  <a:alpha val="24706"/>
                </a:srgb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5" name="Google Shape;1002;p76">
            <a:extLst>
              <a:ext uri="{FF2B5EF4-FFF2-40B4-BE49-F238E27FC236}">
                <a16:creationId xmlns:a16="http://schemas.microsoft.com/office/drawing/2014/main" id="{B85CE24D-A618-2545-89E3-0CE4F9285351}"/>
              </a:ext>
            </a:extLst>
          </p:cNvPr>
          <p:cNvPicPr preferRelativeResize="0"/>
          <p:nvPr/>
        </p:nvPicPr>
        <p:blipFill>
          <a:blip r:embed="rId5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 flipH="1">
            <a:off x="5884229" y="-2269863"/>
            <a:ext cx="244738" cy="76759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1830CB93-55EE-2FF9-4B58-796025F0E3AC}"/>
              </a:ext>
            </a:extLst>
          </p:cNvPr>
          <p:cNvSpPr txBox="1">
            <a:spLocks/>
          </p:cNvSpPr>
          <p:nvPr/>
        </p:nvSpPr>
        <p:spPr>
          <a:xfrm>
            <a:off x="3620073" y="430955"/>
            <a:ext cx="4951855" cy="5479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CS 495</a:t>
            </a:r>
            <a:r>
              <a:rPr lang="en" sz="180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Iteration </a:t>
            </a:r>
            <a:r>
              <a:rPr lang="en" sz="1800">
                <a:solidFill>
                  <a:prstClr val="white"/>
                </a:solidFill>
                <a:latin typeface="Times New Roman"/>
                <a:cs typeface="Times New Roman"/>
              </a:rPr>
              <a:t>2</a:t>
            </a: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Presentation</a:t>
            </a:r>
            <a:endParaRPr kumimoji="0" lang="e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2AADE0F9-1DA7-EB32-CB53-7DE93EE59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6512551-33BD-B060-75C5-72664E199B98}"/>
              </a:ext>
            </a:extLst>
          </p:cNvPr>
          <p:cNvSpPr txBox="1"/>
          <p:nvPr/>
        </p:nvSpPr>
        <p:spPr>
          <a:xfrm>
            <a:off x="-45088" y="892273"/>
            <a:ext cx="12282177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Times New Roman"/>
                <a:ea typeface="+mn-lt"/>
                <a:cs typeface="Times New Roman"/>
                <a:sym typeface="Arial"/>
              </a:rPr>
              <a:t>Multi-User Physiological Computing</a:t>
            </a:r>
            <a:endParaRPr kumimoji="0" lang="en-US" sz="4000" b="0" i="0" u="none" strike="noStrike" kern="0" cap="none" spc="0" normalizeH="0" baseline="0" noProof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Times New Roman"/>
              <a:ea typeface="+mn-lt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69D840-E1A1-6714-A6D3-C36D5BF5DCFB}"/>
              </a:ext>
            </a:extLst>
          </p:cNvPr>
          <p:cNvSpPr txBox="1"/>
          <p:nvPr/>
        </p:nvSpPr>
        <p:spPr>
          <a:xfrm>
            <a:off x="48455" y="106409"/>
            <a:ext cx="304892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1</a:t>
            </a:r>
          </a:p>
        </p:txBody>
      </p:sp>
      <p:pic>
        <p:nvPicPr>
          <p:cNvPr id="13" name="Google Shape;1002;p76">
            <a:extLst>
              <a:ext uri="{FF2B5EF4-FFF2-40B4-BE49-F238E27FC236}">
                <a16:creationId xmlns:a16="http://schemas.microsoft.com/office/drawing/2014/main" id="{7FC2094F-17F4-FEF1-0BCF-22ACBD387DE1}"/>
              </a:ext>
            </a:extLst>
          </p:cNvPr>
          <p:cNvPicPr preferRelativeResize="0"/>
          <p:nvPr/>
        </p:nvPicPr>
        <p:blipFill>
          <a:blip r:embed="rId5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16200000" flipH="1">
            <a:off x="5978595" y="-776396"/>
            <a:ext cx="234810" cy="3437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3F08565-04FD-5387-06E6-D908A6D7A27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391" t="37221" r="12241" b="3988"/>
          <a:stretch>
            <a:fillRect/>
          </a:stretch>
        </p:blipFill>
        <p:spPr>
          <a:xfrm>
            <a:off x="2527927" y="4117628"/>
            <a:ext cx="1370980" cy="1732883"/>
          </a:xfrm>
          <a:prstGeom prst="rect">
            <a:avLst/>
          </a:prstGeom>
          <a:ln w="57150" cmpd="thinThick">
            <a:solidFill>
              <a:schemeClr val="bg2">
                <a:lumMod val="75000"/>
              </a:schemeClr>
            </a:solidFill>
          </a:ln>
        </p:spPr>
      </p:pic>
      <p:pic>
        <p:nvPicPr>
          <p:cNvPr id="18" name="Picture 17" descr="Picture of Dr. Chris S. Crawford">
            <a:extLst>
              <a:ext uri="{FF2B5EF4-FFF2-40B4-BE49-F238E27FC236}">
                <a16:creationId xmlns:a16="http://schemas.microsoft.com/office/drawing/2014/main" id="{7D9EABCE-5966-3B8C-46BD-0F8FB35C7A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3015" y="1879321"/>
            <a:ext cx="1370611" cy="1775605"/>
          </a:xfrm>
          <a:prstGeom prst="rect">
            <a:avLst/>
          </a:prstGeom>
          <a:ln w="57150" cmpd="thinThick">
            <a:solidFill>
              <a:schemeClr val="bg2">
                <a:lumMod val="75000"/>
              </a:schemeClr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2906666-322C-D9C9-1C81-8E4B0484F665}"/>
              </a:ext>
            </a:extLst>
          </p:cNvPr>
          <p:cNvSpPr txBox="1"/>
          <p:nvPr/>
        </p:nvSpPr>
        <p:spPr>
          <a:xfrm>
            <a:off x="2168606" y="3678373"/>
            <a:ext cx="21189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Dr. Chris Crawford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99E725-3C38-A7D2-A3AF-E58336266306}"/>
              </a:ext>
            </a:extLst>
          </p:cNvPr>
          <p:cNvSpPr txBox="1"/>
          <p:nvPr/>
        </p:nvSpPr>
        <p:spPr>
          <a:xfrm>
            <a:off x="2367349" y="5898869"/>
            <a:ext cx="17147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Zara Ahmed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8092D64-F44F-F9DA-67A1-E6D258BE5358}"/>
              </a:ext>
            </a:extLst>
          </p:cNvPr>
          <p:cNvSpPr/>
          <p:nvPr/>
        </p:nvSpPr>
        <p:spPr>
          <a:xfrm>
            <a:off x="7891351" y="1673568"/>
            <a:ext cx="1953237" cy="4574946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  <a:alpha val="25000"/>
                </a:schemeClr>
              </a:gs>
              <a:gs pos="46000">
                <a:schemeClr val="accent4">
                  <a:lumMod val="95000"/>
                  <a:lumOff val="5000"/>
                  <a:alpha val="25000"/>
                </a:schemeClr>
              </a:gs>
              <a:gs pos="100000">
                <a:srgbClr val="135141">
                  <a:alpha val="24706"/>
                </a:srgb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F30366C-3C6C-A745-83B0-93909E28A2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 flipH="1">
            <a:off x="4535502" y="1966078"/>
            <a:ext cx="243509" cy="373091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637DC5B-D42F-646D-D895-7AD5494757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 flipH="1">
            <a:off x="7413372" y="1966869"/>
            <a:ext cx="243509" cy="3730912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E1A83DC2-735A-DBA8-D614-556ABDBFA00E}"/>
              </a:ext>
            </a:extLst>
          </p:cNvPr>
          <p:cNvSpPr/>
          <p:nvPr/>
        </p:nvSpPr>
        <p:spPr>
          <a:xfrm>
            <a:off x="5128816" y="1692567"/>
            <a:ext cx="1953237" cy="4574946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  <a:alpha val="25000"/>
                </a:schemeClr>
              </a:gs>
              <a:gs pos="46000">
                <a:schemeClr val="accent4">
                  <a:lumMod val="95000"/>
                  <a:lumOff val="5000"/>
                  <a:alpha val="25000"/>
                </a:schemeClr>
              </a:gs>
              <a:gs pos="100000">
                <a:srgbClr val="135141">
                  <a:alpha val="24706"/>
                </a:srgb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965C997-6A50-4F13-BD39-7C574B084CF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9933" t="-504" r="8338" b="-272"/>
          <a:stretch>
            <a:fillRect/>
          </a:stretch>
        </p:blipFill>
        <p:spPr>
          <a:xfrm rot="-10800000" flipH="1" flipV="1">
            <a:off x="5440572" y="1870339"/>
            <a:ext cx="1310853" cy="1770305"/>
          </a:xfrm>
          <a:prstGeom prst="rect">
            <a:avLst/>
          </a:prstGeom>
          <a:ln w="57150" cmpd="thinThick">
            <a:solidFill>
              <a:schemeClr val="bg2">
                <a:lumMod val="75000"/>
              </a:schemeClr>
            </a:solidFill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4447D6B-C40E-2379-70F9-6285DE98FD84}"/>
              </a:ext>
            </a:extLst>
          </p:cNvPr>
          <p:cNvSpPr txBox="1"/>
          <p:nvPr/>
        </p:nvSpPr>
        <p:spPr>
          <a:xfrm>
            <a:off x="5200508" y="3651530"/>
            <a:ext cx="178758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Trenton Ottman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A85BA13-FD2F-56BD-9B1E-A6A432B2C45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3429" t="177" r="2857" b="29"/>
          <a:stretch>
            <a:fillRect/>
          </a:stretch>
        </p:blipFill>
        <p:spPr>
          <a:xfrm>
            <a:off x="8117805" y="1870339"/>
            <a:ext cx="1438364" cy="1756229"/>
          </a:xfrm>
          <a:prstGeom prst="rect">
            <a:avLst/>
          </a:prstGeom>
          <a:ln w="57150" cmpd="thinThick">
            <a:solidFill>
              <a:schemeClr val="bg2">
                <a:lumMod val="75000"/>
              </a:schemeClr>
            </a:solidFill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2959116-DF32-2A73-EF08-DE2668C2D652}"/>
              </a:ext>
            </a:extLst>
          </p:cNvPr>
          <p:cNvSpPr txBox="1"/>
          <p:nvPr/>
        </p:nvSpPr>
        <p:spPr>
          <a:xfrm>
            <a:off x="7968705" y="3657753"/>
            <a:ext cx="171479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Ansel Stinnett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DE786D4-A5A5-F198-FF59-A3E7C0EA5CD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2997" r="20340" b="386"/>
          <a:stretch>
            <a:fillRect/>
          </a:stretch>
        </p:blipFill>
        <p:spPr>
          <a:xfrm>
            <a:off x="5464762" y="4117628"/>
            <a:ext cx="1305817" cy="1732672"/>
          </a:xfrm>
          <a:prstGeom prst="rect">
            <a:avLst/>
          </a:prstGeom>
          <a:ln w="57150" cmpd="thinThick">
            <a:solidFill>
              <a:schemeClr val="bg2">
                <a:lumMod val="75000"/>
              </a:schemeClr>
            </a:solidFill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0ED5610B-06EA-F6EF-1D79-254DBE19A4D1}"/>
              </a:ext>
            </a:extLst>
          </p:cNvPr>
          <p:cNvSpPr txBox="1"/>
          <p:nvPr/>
        </p:nvSpPr>
        <p:spPr>
          <a:xfrm>
            <a:off x="5175307" y="5898996"/>
            <a:ext cx="191128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Jackson Wallace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3022670B-E75E-B0CE-431F-4440326510B3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869" t="5929" r="869" b="39440"/>
          <a:stretch>
            <a:fillRect/>
          </a:stretch>
        </p:blipFill>
        <p:spPr>
          <a:xfrm>
            <a:off x="8102950" y="4098578"/>
            <a:ext cx="1451085" cy="1760990"/>
          </a:xfrm>
          <a:prstGeom prst="rect">
            <a:avLst/>
          </a:prstGeom>
          <a:ln w="57150" cmpd="thinThick">
            <a:solidFill>
              <a:schemeClr val="bg2">
                <a:lumMod val="75000"/>
              </a:schemeClr>
            </a:solidFill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C5D37605-02E9-4CA1-0EB9-CF097BC78373}"/>
              </a:ext>
            </a:extLst>
          </p:cNvPr>
          <p:cNvSpPr txBox="1"/>
          <p:nvPr/>
        </p:nvSpPr>
        <p:spPr>
          <a:xfrm>
            <a:off x="7978131" y="5893587"/>
            <a:ext cx="171479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James Adler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54" name="Right Triangle 53">
            <a:extLst>
              <a:ext uri="{FF2B5EF4-FFF2-40B4-BE49-F238E27FC236}">
                <a16:creationId xmlns:a16="http://schemas.microsoft.com/office/drawing/2014/main" id="{A2CC8DCE-B477-B990-30AB-97BF7D237D9A}"/>
              </a:ext>
            </a:extLst>
          </p:cNvPr>
          <p:cNvSpPr/>
          <p:nvPr/>
        </p:nvSpPr>
        <p:spPr>
          <a:xfrm flipH="1">
            <a:off x="9706492" y="4496119"/>
            <a:ext cx="2712334" cy="2383312"/>
          </a:xfrm>
          <a:prstGeom prst="rt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1C820B5-ACE3-17B3-2C6C-0939A75C7ECF}"/>
              </a:ext>
            </a:extLst>
          </p:cNvPr>
          <p:cNvSpPr txBox="1"/>
          <p:nvPr/>
        </p:nvSpPr>
        <p:spPr>
          <a:xfrm>
            <a:off x="10047924" y="5773721"/>
            <a:ext cx="211891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Times New Roman"/>
                <a:ea typeface="+mn-ea"/>
                <a:cs typeface="Times New Roman"/>
              </a:rPr>
              <a:t>Speaker: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00">
                <a:solidFill>
                  <a:prstClr val="white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Everyone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highlight>
                <a:srgbClr val="000000"/>
              </a:highlight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pic>
        <p:nvPicPr>
          <p:cNvPr id="58" name="Picture 4">
            <a:extLst>
              <a:ext uri="{FF2B5EF4-FFF2-40B4-BE49-F238E27FC236}">
                <a16:creationId xmlns:a16="http://schemas.microsoft.com/office/drawing/2014/main" id="{97E8BD43-4FE5-8B86-D427-F363E52BB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063092" y="5566953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oogle Shape;1002;p76">
            <a:extLst>
              <a:ext uri="{FF2B5EF4-FFF2-40B4-BE49-F238E27FC236}">
                <a16:creationId xmlns:a16="http://schemas.microsoft.com/office/drawing/2014/main" id="{AAC55B64-57AC-9B5B-19CB-29DF2079CEDD}"/>
              </a:ext>
            </a:extLst>
          </p:cNvPr>
          <p:cNvPicPr preferRelativeResize="0"/>
          <p:nvPr/>
        </p:nvPicPr>
        <p:blipFill>
          <a:blip r:embed="rId5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 flipH="1">
            <a:off x="5966816" y="2471371"/>
            <a:ext cx="222781" cy="78192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801097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63000">
              <a:srgbClr val="030D27"/>
            </a:gs>
            <a:gs pos="100000">
              <a:srgbClr val="080D03"/>
            </a:gs>
          </a:gsLst>
          <a:lin ang="5400012" scaled="0"/>
        </a:gradFill>
        <a:effectLst/>
      </p:bgPr>
    </p:bg>
    <p:spTree>
      <p:nvGrpSpPr>
        <p:cNvPr id="1" name="Shape 691">
          <a:extLst>
            <a:ext uri="{FF2B5EF4-FFF2-40B4-BE49-F238E27FC236}">
              <a16:creationId xmlns:a16="http://schemas.microsoft.com/office/drawing/2014/main" id="{AF4778E4-6CA7-4249-8746-C3413D17B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7CFCF89E-736D-C26B-46DD-336208B1D958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9A7F1F8-0DF1-B86B-01DC-6AC54BF0891A}"/>
              </a:ext>
            </a:extLst>
          </p:cNvPr>
          <p:cNvSpPr txBox="1"/>
          <p:nvPr/>
        </p:nvSpPr>
        <p:spPr>
          <a:xfrm>
            <a:off x="77408" y="58063"/>
            <a:ext cx="304892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6438A5-B50D-BE53-5441-F83FE6048CF1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119" y="-21431"/>
            <a:ext cx="123122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97249C70-AC0A-0031-DD57-1566665BA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E8434918-54A9-0239-2F28-CB287404A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6E0B162-749A-8C54-5719-DCB3A7BEBA77}"/>
              </a:ext>
            </a:extLst>
          </p:cNvPr>
          <p:cNvSpPr/>
          <p:nvPr/>
        </p:nvSpPr>
        <p:spPr>
          <a:xfrm>
            <a:off x="-97982" y="-21431"/>
            <a:ext cx="12577153" cy="6858000"/>
          </a:xfrm>
          <a:prstGeom prst="rect">
            <a:avLst/>
          </a:prstGeom>
          <a:gradFill flip="none" rotWithShape="1">
            <a:gsLst>
              <a:gs pos="0">
                <a:srgbClr val="14308A">
                  <a:alpha val="24706"/>
                </a:srgbClr>
              </a:gs>
              <a:gs pos="33000">
                <a:srgbClr val="122052">
                  <a:alpha val="24706"/>
                </a:srgbClr>
              </a:gs>
              <a:gs pos="77000">
                <a:srgbClr val="0F4134">
                  <a:alpha val="2470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091319-C7EB-911D-51C1-2AAB91BF5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15478" flipV="1">
            <a:off x="-513192" y="5576731"/>
            <a:ext cx="3837089" cy="55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9CCADB4F-6C34-89F7-BE29-A968F486B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237717" flipV="1">
            <a:off x="9118319" y="859561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9C1D715D-AA78-1906-73AF-4A7B5FE16896}"/>
              </a:ext>
            </a:extLst>
          </p:cNvPr>
          <p:cNvSpPr txBox="1"/>
          <p:nvPr/>
        </p:nvSpPr>
        <p:spPr>
          <a:xfrm>
            <a:off x="3944181" y="740198"/>
            <a:ext cx="4255718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>
                <a:solidFill>
                  <a:prstClr val="white"/>
                </a:solidFill>
                <a:latin typeface="Times New Roman"/>
                <a:cs typeface="Times New Roman"/>
              </a:rPr>
              <a:t>Project Review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2" name="Google Shape;931;p76">
            <a:extLst>
              <a:ext uri="{FF2B5EF4-FFF2-40B4-BE49-F238E27FC236}">
                <a16:creationId xmlns:a16="http://schemas.microsoft.com/office/drawing/2014/main" id="{B458C94C-D460-3281-1FED-2FA092594A9E}"/>
              </a:ext>
            </a:extLst>
          </p:cNvPr>
          <p:cNvSpPr/>
          <p:nvPr/>
        </p:nvSpPr>
        <p:spPr>
          <a:xfrm>
            <a:off x="1836595" y="734707"/>
            <a:ext cx="8443587" cy="774931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666666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8EDE30-DD8A-B1D5-1F59-72E0F98637D8}"/>
              </a:ext>
            </a:extLst>
          </p:cNvPr>
          <p:cNvSpPr txBox="1"/>
          <p:nvPr/>
        </p:nvSpPr>
        <p:spPr>
          <a:xfrm>
            <a:off x="87740" y="55480"/>
            <a:ext cx="304892" cy="37965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55C983-E04E-D0AD-5597-CEE100B46311}"/>
              </a:ext>
            </a:extLst>
          </p:cNvPr>
          <p:cNvSpPr txBox="1"/>
          <p:nvPr/>
        </p:nvSpPr>
        <p:spPr>
          <a:xfrm>
            <a:off x="6771588" y="1870879"/>
            <a:ext cx="4688161" cy="41549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Goal: Create a multiplayer game utilizing EMG sensors.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endParaRPr lang="en-US" sz="2400">
              <a:solidFill>
                <a:prstClr val="white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Iteration 1: Proof of concept multiplayer pong implementation.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endParaRPr lang="en-US" sz="2400">
              <a:solidFill>
                <a:prstClr val="white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Iteration 2: MVP 8 player multiplayer game with EMG input.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endParaRPr lang="en-US" sz="2400">
              <a:solidFill>
                <a:prstClr val="white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endParaRPr lang="en-US" sz="2400">
              <a:solidFill>
                <a:prstClr val="white"/>
              </a:solidFill>
              <a:latin typeface="Times New Roman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D70254-8614-3370-4B23-FBD02AD239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314637" y="1384786"/>
            <a:ext cx="3498162" cy="4664216"/>
          </a:xfrm>
          <a:prstGeom prst="rect">
            <a:avLst/>
          </a:prstGeom>
          <a:ln w="57150" cmpd="thinThick">
            <a:solidFill>
              <a:srgbClr val="8AB3D2"/>
            </a:solidFill>
          </a:ln>
        </p:spPr>
      </p:pic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82C93C36-A3F4-1273-BAE2-67F672A33BF6}"/>
              </a:ext>
            </a:extLst>
          </p:cNvPr>
          <p:cNvSpPr/>
          <p:nvPr/>
        </p:nvSpPr>
        <p:spPr>
          <a:xfrm flipH="1">
            <a:off x="9706492" y="4496119"/>
            <a:ext cx="2712334" cy="2383312"/>
          </a:xfrm>
          <a:prstGeom prst="rt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5F079B-E1C8-CDA6-407D-39EF4C7BD514}"/>
              </a:ext>
            </a:extLst>
          </p:cNvPr>
          <p:cNvSpPr txBox="1"/>
          <p:nvPr/>
        </p:nvSpPr>
        <p:spPr>
          <a:xfrm>
            <a:off x="10008113" y="6050345"/>
            <a:ext cx="21189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Times New Roman"/>
                <a:ea typeface="+mn-ea"/>
                <a:cs typeface="Times New Roman"/>
              </a:rPr>
              <a:t>Speaker:</a:t>
            </a:r>
          </a:p>
          <a:p>
            <a:pPr algn="ctr">
              <a:defRPr/>
            </a:pPr>
            <a:r>
              <a:rPr lang="en-US" sz="2000">
                <a:solidFill>
                  <a:prstClr val="white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James Adler</a:t>
            </a: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highlight>
                <a:srgbClr val="000000"/>
              </a:highlight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A5C08B2A-FE08-F5FE-1751-E08032A27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063092" y="5566953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9C62CE-5032-6EFD-5CA6-6F6DF136DE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39711" y="1960217"/>
            <a:ext cx="3648013" cy="3513354"/>
          </a:xfrm>
          <a:prstGeom prst="rect">
            <a:avLst/>
          </a:prstGeom>
          <a:ln w="57150" cmpd="thinThick">
            <a:solidFill>
              <a:srgbClr val="8AB3D2"/>
            </a:solidFill>
          </a:ln>
        </p:spPr>
      </p:pic>
    </p:spTree>
    <p:extLst>
      <p:ext uri="{BB962C8B-B14F-4D97-AF65-F5344CB8AC3E}">
        <p14:creationId xmlns:p14="http://schemas.microsoft.com/office/powerpoint/2010/main" val="281186703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63000">
              <a:srgbClr val="030D27"/>
            </a:gs>
            <a:gs pos="100000">
              <a:srgbClr val="080D03"/>
            </a:gs>
          </a:gsLst>
          <a:lin ang="5400012" scaled="0"/>
        </a:gradFill>
        <a:effectLst/>
      </p:bgPr>
    </p:bg>
    <p:spTree>
      <p:nvGrpSpPr>
        <p:cNvPr id="1" name="Shape 691">
          <a:extLst>
            <a:ext uri="{FF2B5EF4-FFF2-40B4-BE49-F238E27FC236}">
              <a16:creationId xmlns:a16="http://schemas.microsoft.com/office/drawing/2014/main" id="{548B5044-593F-F728-D5E2-A18C81DA8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AEA06767-578D-A85A-38D4-B2DD3C071ACA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B2A486A-3A5E-2C4F-7294-3867CC5772E7}"/>
              </a:ext>
            </a:extLst>
          </p:cNvPr>
          <p:cNvSpPr/>
          <p:nvPr/>
        </p:nvSpPr>
        <p:spPr>
          <a:xfrm>
            <a:off x="-97982" y="-21431"/>
            <a:ext cx="12577153" cy="6858000"/>
          </a:xfrm>
          <a:prstGeom prst="rect">
            <a:avLst/>
          </a:prstGeom>
          <a:gradFill flip="none" rotWithShape="1">
            <a:gsLst>
              <a:gs pos="0">
                <a:srgbClr val="14308A">
                  <a:alpha val="24706"/>
                </a:srgbClr>
              </a:gs>
              <a:gs pos="33000">
                <a:srgbClr val="122052">
                  <a:alpha val="24706"/>
                </a:srgbClr>
              </a:gs>
              <a:gs pos="77000">
                <a:srgbClr val="0F4134">
                  <a:alpha val="2470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25DAEF-2D09-FFA4-63D9-58848663F449}"/>
              </a:ext>
            </a:extLst>
          </p:cNvPr>
          <p:cNvSpPr txBox="1"/>
          <p:nvPr/>
        </p:nvSpPr>
        <p:spPr>
          <a:xfrm>
            <a:off x="77408" y="58063"/>
            <a:ext cx="304892" cy="37965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50" b="0" i="0" u="none" strike="noStrike" kern="0" cap="none" spc="0" normalizeH="0" baseline="0" noProof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Arial"/>
              </a:rPr>
              <a:t>4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7958E2DF-0FB5-6645-4650-C29030222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E7C4D4BB-D834-1E31-782E-1B7F587516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A24F1C-1B8B-3DAD-B5C3-A02F1421C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15478" flipV="1">
            <a:off x="-513192" y="5576731"/>
            <a:ext cx="3837089" cy="55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FF708F2A-6E53-DD6A-E88C-630134122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237717" flipV="1">
            <a:off x="9118319" y="859561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DDD3889B-9730-C180-EEB2-C440C6DD5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063092" y="5566953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4BF9F4-13D4-4454-C714-721538FA7873}"/>
              </a:ext>
            </a:extLst>
          </p:cNvPr>
          <p:cNvSpPr txBox="1"/>
          <p:nvPr/>
        </p:nvSpPr>
        <p:spPr>
          <a:xfrm>
            <a:off x="2586898" y="740198"/>
            <a:ext cx="7018205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Planning &amp; </a:t>
            </a:r>
            <a:r>
              <a:rPr kumimoji="0" lang="en-US" sz="40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Actua</a:t>
            </a:r>
            <a:r>
              <a:rPr lang="en-US" sz="4000" err="1">
                <a:solidFill>
                  <a:prstClr val="white"/>
                </a:solidFill>
                <a:latin typeface="Times New Roman"/>
                <a:cs typeface="Times New Roman"/>
              </a:rPr>
              <a:t>lizing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22" name="Google Shape;931;p76">
            <a:extLst>
              <a:ext uri="{FF2B5EF4-FFF2-40B4-BE49-F238E27FC236}">
                <a16:creationId xmlns:a16="http://schemas.microsoft.com/office/drawing/2014/main" id="{BD76EC96-3151-0AE7-B16C-1DEBFEBA4879}"/>
              </a:ext>
            </a:extLst>
          </p:cNvPr>
          <p:cNvSpPr/>
          <p:nvPr/>
        </p:nvSpPr>
        <p:spPr>
          <a:xfrm>
            <a:off x="2155371" y="760538"/>
            <a:ext cx="7823516" cy="692498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666666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pic>
        <p:nvPicPr>
          <p:cNvPr id="5" name="Google Shape;904;p50">
            <a:extLst>
              <a:ext uri="{FF2B5EF4-FFF2-40B4-BE49-F238E27FC236}">
                <a16:creationId xmlns:a16="http://schemas.microsoft.com/office/drawing/2014/main" id="{CAEB9850-062A-9542-0CD7-2465AEDEC06E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prstClr val="black"/>
              <a:srgbClr val="0070C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rot="1519534">
            <a:off x="-2762914" y="-1178952"/>
            <a:ext cx="6225719" cy="9577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04;p50">
            <a:extLst>
              <a:ext uri="{FF2B5EF4-FFF2-40B4-BE49-F238E27FC236}">
                <a16:creationId xmlns:a16="http://schemas.microsoft.com/office/drawing/2014/main" id="{FBDE09CB-94BB-E3E4-5F6F-EED95E2D9223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prstClr val="black"/>
              <a:srgbClr val="0070C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rot="20080466" flipH="1">
            <a:off x="8729198" y="-1178953"/>
            <a:ext cx="6225719" cy="9577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139BB8-2E07-52E3-0D15-570666742F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 flipH="1">
            <a:off x="3123365" y="2170381"/>
            <a:ext cx="375616" cy="373091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99B9210-298D-5532-82EB-47906696B0C0}"/>
              </a:ext>
            </a:extLst>
          </p:cNvPr>
          <p:cNvSpPr txBox="1"/>
          <p:nvPr/>
        </p:nvSpPr>
        <p:spPr>
          <a:xfrm>
            <a:off x="87740" y="55480"/>
            <a:ext cx="304892" cy="37965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3</a:t>
            </a:r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2D716D53-F810-5F3A-758F-4B9C37BEFBF6}"/>
              </a:ext>
            </a:extLst>
          </p:cNvPr>
          <p:cNvSpPr/>
          <p:nvPr/>
        </p:nvSpPr>
        <p:spPr>
          <a:xfrm flipH="1">
            <a:off x="9706492" y="4496119"/>
            <a:ext cx="2712334" cy="2383312"/>
          </a:xfrm>
          <a:prstGeom prst="rt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661E33-0112-1139-EEDE-9C96EED621C4}"/>
              </a:ext>
            </a:extLst>
          </p:cNvPr>
          <p:cNvSpPr txBox="1"/>
          <p:nvPr/>
        </p:nvSpPr>
        <p:spPr>
          <a:xfrm>
            <a:off x="10082197" y="5986845"/>
            <a:ext cx="21189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Times New Roman"/>
                <a:ea typeface="+mn-ea"/>
                <a:cs typeface="Times New Roman"/>
              </a:rPr>
              <a:t>Speaker:</a:t>
            </a:r>
          </a:p>
          <a:p>
            <a:pPr algn="ctr">
              <a:defRPr/>
            </a:pPr>
            <a:r>
              <a:rPr lang="en-US" sz="2000">
                <a:solidFill>
                  <a:prstClr val="white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Jackson Wallace</a:t>
            </a: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highlight>
                <a:srgbClr val="000000"/>
              </a:highlight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33" name="Picture 4">
            <a:extLst>
              <a:ext uri="{FF2B5EF4-FFF2-40B4-BE49-F238E27FC236}">
                <a16:creationId xmlns:a16="http://schemas.microsoft.com/office/drawing/2014/main" id="{31B3AA8C-E404-8B15-B1EF-55279DC95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8984863" y="5485561"/>
            <a:ext cx="3810798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448C7C4B-A813-72B7-6951-312FB89EAB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2622" y="2110247"/>
            <a:ext cx="5570037" cy="3131235"/>
          </a:xfrm>
          <a:prstGeom prst="rect">
            <a:avLst/>
          </a:prstGeom>
          <a:ln w="57150" cmpd="thinThick">
            <a:solidFill>
              <a:srgbClr val="8AB3D2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88B37A8-4F6E-3868-B82F-E66101885E0D}"/>
              </a:ext>
            </a:extLst>
          </p:cNvPr>
          <p:cNvSpPr txBox="1"/>
          <p:nvPr/>
        </p:nvSpPr>
        <p:spPr>
          <a:xfrm>
            <a:off x="1222720" y="1718135"/>
            <a:ext cx="4032607" cy="21133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88620" indent="-342900">
              <a:lnSpc>
                <a:spcPct val="90000"/>
              </a:lnSpc>
              <a:spcBef>
                <a:spcPts val="1400"/>
              </a:spcBef>
              <a:buClr>
                <a:srgbClr val="F3F3F3"/>
              </a:buClr>
              <a:buSzPct val="80000"/>
              <a:buFont typeface="Wingdings"/>
              <a:buChar char="Ø"/>
              <a:defRPr/>
            </a:pPr>
            <a:r>
              <a:rPr lang="en-US" sz="240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Iteration goal: make an 8-12 player multiplayer game with sensor used for inputs</a:t>
            </a:r>
          </a:p>
          <a:p>
            <a:pPr marL="388620" indent="-342900">
              <a:lnSpc>
                <a:spcPct val="90000"/>
              </a:lnSpc>
              <a:spcBef>
                <a:spcPts val="1400"/>
              </a:spcBef>
              <a:buClr>
                <a:srgbClr val="F3F3F3"/>
              </a:buClr>
              <a:buSzPct val="80000"/>
              <a:buFont typeface="Wingdings"/>
              <a:buChar char="Ø"/>
              <a:defRPr/>
            </a:pPr>
            <a:r>
              <a:rPr lang="en-US" sz="240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Pick final game idea</a:t>
            </a:r>
          </a:p>
          <a:p>
            <a:pPr marL="388620" indent="-342900">
              <a:lnSpc>
                <a:spcPct val="90000"/>
              </a:lnSpc>
              <a:spcBef>
                <a:spcPts val="1400"/>
              </a:spcBef>
              <a:buClr>
                <a:srgbClr val="F3F3F3"/>
              </a:buClr>
              <a:buSzPct val="80000"/>
              <a:buFont typeface="Wingdings"/>
              <a:buChar char="Ø"/>
              <a:defRPr/>
            </a:pPr>
            <a:r>
              <a:rPr lang="en-US" sz="240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Make project user friendly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2F81C8-3815-6747-0C32-F40FBE599DD0}"/>
              </a:ext>
            </a:extLst>
          </p:cNvPr>
          <p:cNvSpPr txBox="1"/>
          <p:nvPr/>
        </p:nvSpPr>
        <p:spPr>
          <a:xfrm>
            <a:off x="1260636" y="4223646"/>
            <a:ext cx="4925558" cy="144860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88620" indent="-342900">
              <a:lnSpc>
                <a:spcPct val="90000"/>
              </a:lnSpc>
              <a:spcBef>
                <a:spcPts val="1400"/>
              </a:spcBef>
              <a:buClr>
                <a:srgbClr val="F3F3F3"/>
              </a:buClr>
              <a:buSzPct val="80000"/>
              <a:buFont typeface="Wingdings"/>
              <a:buChar char="Ø"/>
              <a:defRPr/>
            </a:pPr>
            <a:r>
              <a:rPr lang="en-US" sz="240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Created lobby system</a:t>
            </a:r>
          </a:p>
          <a:p>
            <a:pPr marL="388620" indent="-342900">
              <a:lnSpc>
                <a:spcPct val="90000"/>
              </a:lnSpc>
              <a:spcBef>
                <a:spcPts val="1400"/>
              </a:spcBef>
              <a:buClr>
                <a:srgbClr val="F3F3F3"/>
              </a:buClr>
              <a:buSzPct val="80000"/>
              <a:buFont typeface="Wingdings"/>
              <a:buChar char="Ø"/>
              <a:defRPr/>
            </a:pPr>
            <a:r>
              <a:rPr lang="en-US" sz="240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Updated Sensor UI</a:t>
            </a:r>
          </a:p>
          <a:p>
            <a:pPr marL="388620" indent="-342900">
              <a:lnSpc>
                <a:spcPct val="90000"/>
              </a:lnSpc>
              <a:spcBef>
                <a:spcPts val="1400"/>
              </a:spcBef>
              <a:buClr>
                <a:srgbClr val="F3F3F3"/>
              </a:buClr>
              <a:buSzPct val="80000"/>
              <a:buFont typeface="Wingdings"/>
              <a:buChar char="Ø"/>
              <a:defRPr/>
            </a:pPr>
            <a:r>
              <a:rPr lang="en-US" sz="240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Created Physio Park game</a:t>
            </a:r>
          </a:p>
        </p:txBody>
      </p:sp>
    </p:spTree>
    <p:extLst>
      <p:ext uri="{BB962C8B-B14F-4D97-AF65-F5344CB8AC3E}">
        <p14:creationId xmlns:p14="http://schemas.microsoft.com/office/powerpoint/2010/main" val="2507221330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63000">
              <a:srgbClr val="030D27"/>
            </a:gs>
            <a:gs pos="100000">
              <a:srgbClr val="080D03"/>
            </a:gs>
          </a:gsLst>
          <a:lin ang="5400012" scaled="0"/>
        </a:gradFill>
        <a:effectLst/>
      </p:bgPr>
    </p:bg>
    <p:spTree>
      <p:nvGrpSpPr>
        <p:cNvPr id="1" name="Shape 691">
          <a:extLst>
            <a:ext uri="{FF2B5EF4-FFF2-40B4-BE49-F238E27FC236}">
              <a16:creationId xmlns:a16="http://schemas.microsoft.com/office/drawing/2014/main" id="{A9C956F3-8699-537A-6302-5BB02FCB6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DCBBC6B0-7CB2-C893-1143-D78DDFD584F3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14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oogle Shape;1002;p76">
            <a:extLst>
              <a:ext uri="{FF2B5EF4-FFF2-40B4-BE49-F238E27FC236}">
                <a16:creationId xmlns:a16="http://schemas.microsoft.com/office/drawing/2014/main" id="{2CA520BA-93D9-B326-C373-5544A7B7B5D3}"/>
              </a:ext>
            </a:extLst>
          </p:cNvPr>
          <p:cNvPicPr preferRelativeResize="0"/>
          <p:nvPr/>
        </p:nvPicPr>
        <p:blipFill>
          <a:blip r:embed="rId5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 flipH="1">
            <a:off x="5483663" y="-6389971"/>
            <a:ext cx="617791" cy="1374452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DD778AB-B803-E6CE-84E6-AB75F6D8AEC2}"/>
              </a:ext>
            </a:extLst>
          </p:cNvPr>
          <p:cNvSpPr/>
          <p:nvPr/>
        </p:nvSpPr>
        <p:spPr>
          <a:xfrm>
            <a:off x="-388495" y="-116681"/>
            <a:ext cx="12577153" cy="6858000"/>
          </a:xfrm>
          <a:prstGeom prst="rect">
            <a:avLst/>
          </a:prstGeom>
          <a:gradFill flip="none" rotWithShape="1">
            <a:gsLst>
              <a:gs pos="0">
                <a:srgbClr val="14308A">
                  <a:alpha val="24706"/>
                </a:srgbClr>
              </a:gs>
              <a:gs pos="33000">
                <a:srgbClr val="122052">
                  <a:alpha val="24706"/>
                </a:srgbClr>
              </a:gs>
              <a:gs pos="77000">
                <a:srgbClr val="0F4134">
                  <a:alpha val="2470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3" name="Google Shape;1002;p76">
            <a:extLst>
              <a:ext uri="{FF2B5EF4-FFF2-40B4-BE49-F238E27FC236}">
                <a16:creationId xmlns:a16="http://schemas.microsoft.com/office/drawing/2014/main" id="{97C5B449-33AD-106A-BA72-E4A435F59639}"/>
              </a:ext>
            </a:extLst>
          </p:cNvPr>
          <p:cNvPicPr preferRelativeResize="0"/>
          <p:nvPr/>
        </p:nvPicPr>
        <p:blipFill>
          <a:blip r:embed="rId5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 flipH="1">
            <a:off x="5634641" y="-465423"/>
            <a:ext cx="617791" cy="13744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451;p54">
            <a:extLst>
              <a:ext uri="{FF2B5EF4-FFF2-40B4-BE49-F238E27FC236}">
                <a16:creationId xmlns:a16="http://schemas.microsoft.com/office/drawing/2014/main" id="{F9D65715-2586-1A54-EECD-4180E8DB1B5E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7633280">
            <a:off x="-1108025" y="-577577"/>
            <a:ext cx="3888327" cy="310056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580;p70">
            <a:extLst>
              <a:ext uri="{FF2B5EF4-FFF2-40B4-BE49-F238E27FC236}">
                <a16:creationId xmlns:a16="http://schemas.microsoft.com/office/drawing/2014/main" id="{B8710D55-751E-93A4-2F49-3A480E3842D4}"/>
              </a:ext>
            </a:extLst>
          </p:cNvPr>
          <p:cNvSpPr txBox="1">
            <a:spLocks/>
          </p:cNvSpPr>
          <p:nvPr/>
        </p:nvSpPr>
        <p:spPr>
          <a:xfrm>
            <a:off x="1417677" y="749146"/>
            <a:ext cx="9356649" cy="858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Play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Times New Roman"/>
                <a:cs typeface="Times New Roman"/>
                <a:sym typeface="Play"/>
              </a:rPr>
              <a:t>Major Accomplishments</a:t>
            </a:r>
          </a:p>
        </p:txBody>
      </p:sp>
      <p:pic>
        <p:nvPicPr>
          <p:cNvPr id="23" name="Google Shape;451;p54">
            <a:extLst>
              <a:ext uri="{FF2B5EF4-FFF2-40B4-BE49-F238E27FC236}">
                <a16:creationId xmlns:a16="http://schemas.microsoft.com/office/drawing/2014/main" id="{4B66FCFA-1F47-0B98-6D0A-5DFD54DF0EFB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1414031">
            <a:off x="-526487" y="4856554"/>
            <a:ext cx="3888327" cy="3100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451;p54">
            <a:extLst>
              <a:ext uri="{FF2B5EF4-FFF2-40B4-BE49-F238E27FC236}">
                <a16:creationId xmlns:a16="http://schemas.microsoft.com/office/drawing/2014/main" id="{6829CB1F-1DCC-7C0C-CB68-5434C6129028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7633280">
            <a:off x="-2088627" y="-1151267"/>
            <a:ext cx="3888327" cy="3100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451;p54">
            <a:extLst>
              <a:ext uri="{FF2B5EF4-FFF2-40B4-BE49-F238E27FC236}">
                <a16:creationId xmlns:a16="http://schemas.microsoft.com/office/drawing/2014/main" id="{906C0F7C-F214-9454-0CBE-5026E4D33522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1414031">
            <a:off x="-1256797" y="5707258"/>
            <a:ext cx="3888327" cy="3100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451;p54">
            <a:extLst>
              <a:ext uri="{FF2B5EF4-FFF2-40B4-BE49-F238E27FC236}">
                <a16:creationId xmlns:a16="http://schemas.microsoft.com/office/drawing/2014/main" id="{4FCD4943-6FFA-E773-4550-8EC261D493B7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995075">
            <a:off x="9193165" y="-829982"/>
            <a:ext cx="3888327" cy="3100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451;p54">
            <a:extLst>
              <a:ext uri="{FF2B5EF4-FFF2-40B4-BE49-F238E27FC236}">
                <a16:creationId xmlns:a16="http://schemas.microsoft.com/office/drawing/2014/main" id="{12C1E2C7-1CC4-8059-CF12-7E8CA763D2D9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995075">
            <a:off x="10102729" y="-1666110"/>
            <a:ext cx="3888327" cy="3100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451;p54">
            <a:extLst>
              <a:ext uri="{FF2B5EF4-FFF2-40B4-BE49-F238E27FC236}">
                <a16:creationId xmlns:a16="http://schemas.microsoft.com/office/drawing/2014/main" id="{687DC07B-59F0-4F99-BC70-670BC605FF90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6734224">
            <a:off x="9426096" y="4492310"/>
            <a:ext cx="3888327" cy="3100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451;p54">
            <a:extLst>
              <a:ext uri="{FF2B5EF4-FFF2-40B4-BE49-F238E27FC236}">
                <a16:creationId xmlns:a16="http://schemas.microsoft.com/office/drawing/2014/main" id="{CA3450DE-E46C-F8E6-06F7-C118BF67B1A8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6734224">
            <a:off x="10397447" y="4917400"/>
            <a:ext cx="3888327" cy="310056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931;p76">
            <a:extLst>
              <a:ext uri="{FF2B5EF4-FFF2-40B4-BE49-F238E27FC236}">
                <a16:creationId xmlns:a16="http://schemas.microsoft.com/office/drawing/2014/main" id="{E0EBCEC2-60B5-3FED-DC59-248431EBF469}"/>
              </a:ext>
            </a:extLst>
          </p:cNvPr>
          <p:cNvSpPr/>
          <p:nvPr/>
        </p:nvSpPr>
        <p:spPr>
          <a:xfrm>
            <a:off x="1857154" y="748925"/>
            <a:ext cx="8548577" cy="809003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BE3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666666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85C088-38CC-0607-7DBF-ECECE8C7A37E}"/>
              </a:ext>
            </a:extLst>
          </p:cNvPr>
          <p:cNvSpPr txBox="1"/>
          <p:nvPr/>
        </p:nvSpPr>
        <p:spPr>
          <a:xfrm>
            <a:off x="1375148" y="2026408"/>
            <a:ext cx="5607596" cy="34696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88620" indent="-342900">
              <a:lnSpc>
                <a:spcPct val="90000"/>
              </a:lnSpc>
              <a:spcBef>
                <a:spcPts val="1400"/>
              </a:spcBef>
              <a:buClr>
                <a:srgbClr val="F3F3F3"/>
              </a:buClr>
              <a:buSzPct val="80000"/>
              <a:buFont typeface="Wingdings"/>
              <a:buChar char="Ø"/>
              <a:defRPr/>
            </a:pPr>
            <a:r>
              <a:rPr lang="en-US" sz="240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Created a working lobby system, including public and private rooms</a:t>
            </a:r>
            <a:endParaRPr lang="en-US" sz="2400">
              <a:cs typeface="Arial"/>
            </a:endParaRPr>
          </a:p>
          <a:p>
            <a:pPr marL="388620" indent="-342900">
              <a:lnSpc>
                <a:spcPct val="90000"/>
              </a:lnSpc>
              <a:spcBef>
                <a:spcPts val="1400"/>
              </a:spcBef>
              <a:buClr>
                <a:srgbClr val="F3F3F3"/>
              </a:buClr>
              <a:buSzPct val="80000"/>
              <a:buFont typeface="Wingdings"/>
              <a:buChar char="Ø"/>
              <a:defRPr/>
            </a:pPr>
            <a:r>
              <a:rPr lang="en-US" sz="2400">
                <a:latin typeface="Times New Roman"/>
                <a:cs typeface="Times New Roman"/>
              </a:rPr>
              <a:t>Established generalized game physics</a:t>
            </a:r>
          </a:p>
          <a:p>
            <a:pPr marL="388620" indent="-342900">
              <a:lnSpc>
                <a:spcPct val="90000"/>
              </a:lnSpc>
              <a:spcBef>
                <a:spcPts val="1400"/>
              </a:spcBef>
              <a:buClr>
                <a:srgbClr val="F3F3F3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sz="2400">
                <a:latin typeface="Times New Roman"/>
                <a:cs typeface="Times New Roman"/>
              </a:rPr>
              <a:t>Translated sensor inputs into player movement (jumping)</a:t>
            </a:r>
          </a:p>
          <a:p>
            <a:pPr marL="388620" indent="-342900">
              <a:lnSpc>
                <a:spcPct val="90000"/>
              </a:lnSpc>
              <a:spcBef>
                <a:spcPts val="1400"/>
              </a:spcBef>
              <a:buClr>
                <a:srgbClr val="F3F3F3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Designed hand-drawn sprites and animations</a:t>
            </a:r>
            <a:endParaRPr lang="en-US" sz="2400">
              <a:latin typeface="Times New Roman"/>
              <a:cs typeface="Times New Roman"/>
            </a:endParaRPr>
          </a:p>
          <a:p>
            <a:pPr marL="388620" indent="-342900">
              <a:lnSpc>
                <a:spcPct val="90000"/>
              </a:lnSpc>
              <a:spcBef>
                <a:spcPts val="1400"/>
              </a:spcBef>
              <a:buClr>
                <a:srgbClr val="F3F3F3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Built 2 playable levels</a:t>
            </a:r>
            <a:endParaRPr lang="en-US"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7B6388-E405-F67E-4A9B-8200FEE2E16C}"/>
              </a:ext>
            </a:extLst>
          </p:cNvPr>
          <p:cNvSpPr txBox="1"/>
          <p:nvPr/>
        </p:nvSpPr>
        <p:spPr>
          <a:xfrm>
            <a:off x="101472" y="209187"/>
            <a:ext cx="303288" cy="37702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US" sz="1850" kern="0">
                <a:solidFill>
                  <a:srgbClr val="010203"/>
                </a:solidFill>
                <a:latin typeface="Times New Roman"/>
                <a:cs typeface="Times New Roman"/>
                <a:sym typeface="Arial"/>
              </a:rPr>
              <a:t>4</a:t>
            </a:r>
            <a:endParaRPr kumimoji="0" lang="en-US" sz="1867" b="0" i="0" u="none" strike="noStrike" kern="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2CB18D1E-C146-DBAA-C1F7-E299D1C80E65}"/>
              </a:ext>
            </a:extLst>
          </p:cNvPr>
          <p:cNvSpPr/>
          <p:nvPr/>
        </p:nvSpPr>
        <p:spPr>
          <a:xfrm flipH="1">
            <a:off x="9694917" y="4519269"/>
            <a:ext cx="2712334" cy="2383312"/>
          </a:xfrm>
          <a:prstGeom prst="rtTriangle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>
                <a:shade val="1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ED12B7-AC35-DC33-C72C-EB1C34AE3E75}"/>
              </a:ext>
            </a:extLst>
          </p:cNvPr>
          <p:cNvSpPr txBox="1"/>
          <p:nvPr/>
        </p:nvSpPr>
        <p:spPr>
          <a:xfrm>
            <a:off x="10072514" y="6006820"/>
            <a:ext cx="21189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defRPr/>
            </a:pPr>
            <a:r>
              <a:rPr lang="en-US" sz="2000">
                <a:solidFill>
                  <a:prstClr val="white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Speaker:</a:t>
            </a:r>
          </a:p>
          <a:p>
            <a:pPr algn="ctr">
              <a:defRPr/>
            </a:pPr>
            <a:r>
              <a:rPr lang="en-US" sz="2000">
                <a:solidFill>
                  <a:prstClr val="white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Trenton Ottman</a:t>
            </a:r>
            <a:endParaRPr lang="en-US">
              <a:solidFill>
                <a:prstClr val="white"/>
              </a:solidFill>
            </a:endParaRPr>
          </a:p>
        </p:txBody>
      </p:sp>
      <p:pic>
        <p:nvPicPr>
          <p:cNvPr id="19" name="Picture 4">
            <a:extLst>
              <a:ext uri="{FF2B5EF4-FFF2-40B4-BE49-F238E27FC236}">
                <a16:creationId xmlns:a16="http://schemas.microsoft.com/office/drawing/2014/main" id="{F7874C05-4088-27B0-C659-C218FAE6B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063092" y="5566953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 descr="A pixelated cartoon of a couple of green and blue robots&#10;&#10;AI-generated content may be incorrect.">
            <a:extLst>
              <a:ext uri="{FF2B5EF4-FFF2-40B4-BE49-F238E27FC236}">
                <a16:creationId xmlns:a16="http://schemas.microsoft.com/office/drawing/2014/main" id="{52F456ED-1AF1-A348-D314-96CBEA961C1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5873" r="-167" b="15644"/>
          <a:stretch>
            <a:fillRect/>
          </a:stretch>
        </p:blipFill>
        <p:spPr>
          <a:xfrm>
            <a:off x="7358904" y="4982038"/>
            <a:ext cx="2694593" cy="1196019"/>
          </a:xfrm>
          <a:prstGeom prst="rect">
            <a:avLst/>
          </a:prstGeom>
          <a:ln w="57150" cmpd="thinThick">
            <a:solidFill>
              <a:srgbClr val="8AB3D2"/>
            </a:solidFill>
          </a:ln>
        </p:spPr>
      </p:pic>
      <p:pic>
        <p:nvPicPr>
          <p:cNvPr id="26" name="Picture 25" descr="A screenshot of a game&#10;&#10;AI-generated content may be incorrect.">
            <a:extLst>
              <a:ext uri="{FF2B5EF4-FFF2-40B4-BE49-F238E27FC236}">
                <a16:creationId xmlns:a16="http://schemas.microsoft.com/office/drawing/2014/main" id="{5CBAE62C-0513-7E87-D5B0-DBDE6B46D1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9763" y="1724798"/>
            <a:ext cx="2683435" cy="3071039"/>
          </a:xfrm>
          <a:prstGeom prst="rect">
            <a:avLst/>
          </a:prstGeom>
          <a:ln w="57150" cmpd="thinThick">
            <a:solidFill>
              <a:srgbClr val="8AB3D2"/>
            </a:solidFill>
          </a:ln>
        </p:spPr>
      </p:pic>
    </p:spTree>
    <p:extLst>
      <p:ext uri="{BB962C8B-B14F-4D97-AF65-F5344CB8AC3E}">
        <p14:creationId xmlns:p14="http://schemas.microsoft.com/office/powerpoint/2010/main" val="1205280160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63000">
              <a:srgbClr val="030D27"/>
            </a:gs>
            <a:gs pos="100000">
              <a:srgbClr val="080D03"/>
            </a:gs>
          </a:gsLst>
          <a:lin ang="5400012" scaled="0"/>
        </a:gradFill>
        <a:effectLst/>
      </p:bgPr>
    </p:bg>
    <p:spTree>
      <p:nvGrpSpPr>
        <p:cNvPr id="1" name="Shape 691">
          <a:extLst>
            <a:ext uri="{FF2B5EF4-FFF2-40B4-BE49-F238E27FC236}">
              <a16:creationId xmlns:a16="http://schemas.microsoft.com/office/drawing/2014/main" id="{1A52B158-66C3-D987-B89F-049B35C43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8B3EEA32-EB20-49DB-2767-51FFA1AE87BA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15C4C80-7B57-02DF-393E-BD4C18B0EC71}"/>
              </a:ext>
            </a:extLst>
          </p:cNvPr>
          <p:cNvSpPr txBox="1"/>
          <p:nvPr/>
        </p:nvSpPr>
        <p:spPr>
          <a:xfrm>
            <a:off x="77408" y="58063"/>
            <a:ext cx="304892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CB82C6-F3C2-05DF-7D9C-3955425E0783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119" y="-21431"/>
            <a:ext cx="123122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C2DED4F4-2460-D302-FD7A-D71E4358F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959BFB-EFAB-0790-8D0B-7C0CF8A91F80}"/>
              </a:ext>
            </a:extLst>
          </p:cNvPr>
          <p:cNvSpPr/>
          <p:nvPr/>
        </p:nvSpPr>
        <p:spPr>
          <a:xfrm>
            <a:off x="-97982" y="19209"/>
            <a:ext cx="12577153" cy="6858000"/>
          </a:xfrm>
          <a:prstGeom prst="rect">
            <a:avLst/>
          </a:prstGeom>
          <a:gradFill flip="none" rotWithShape="1">
            <a:gsLst>
              <a:gs pos="0">
                <a:srgbClr val="14308A">
                  <a:alpha val="24706"/>
                </a:srgbClr>
              </a:gs>
              <a:gs pos="33000">
                <a:srgbClr val="122052">
                  <a:alpha val="24706"/>
                </a:srgbClr>
              </a:gs>
              <a:gs pos="77000">
                <a:srgbClr val="0F4134">
                  <a:alpha val="2470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65EE7ED3-156C-C6A1-42F1-DE7505D2F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BB3DA2-F967-F6B7-97AC-AB746A6FF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15478" flipV="1">
            <a:off x="-513192" y="5576731"/>
            <a:ext cx="3837089" cy="55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D9B8360E-BADD-43BC-C442-19CDEE848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237717" flipV="1">
            <a:off x="9118319" y="859561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046658A3-B29D-C277-37F4-3B752FD053F4}"/>
              </a:ext>
            </a:extLst>
          </p:cNvPr>
          <p:cNvSpPr txBox="1"/>
          <p:nvPr/>
        </p:nvSpPr>
        <p:spPr>
          <a:xfrm>
            <a:off x="3251129" y="761628"/>
            <a:ext cx="5437365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Engineering &amp; Quality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2" name="Google Shape;931;p76">
            <a:extLst>
              <a:ext uri="{FF2B5EF4-FFF2-40B4-BE49-F238E27FC236}">
                <a16:creationId xmlns:a16="http://schemas.microsoft.com/office/drawing/2014/main" id="{E673175D-8434-743D-2B5E-8AB7C50BFC80}"/>
              </a:ext>
            </a:extLst>
          </p:cNvPr>
          <p:cNvSpPr/>
          <p:nvPr/>
        </p:nvSpPr>
        <p:spPr>
          <a:xfrm>
            <a:off x="1836595" y="734707"/>
            <a:ext cx="8443587" cy="774931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666666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AA9ED3-714C-FCAC-999E-ACC4844267A0}"/>
              </a:ext>
            </a:extLst>
          </p:cNvPr>
          <p:cNvSpPr txBox="1"/>
          <p:nvPr/>
        </p:nvSpPr>
        <p:spPr>
          <a:xfrm>
            <a:off x="87740" y="55480"/>
            <a:ext cx="303288" cy="37702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US" sz="1850" kern="0">
                <a:solidFill>
                  <a:srgbClr val="E8E8E8"/>
                </a:solidFill>
                <a:latin typeface="Times New Roman"/>
                <a:cs typeface="Times New Roman"/>
                <a:sym typeface="Arial"/>
              </a:rPr>
              <a:t>5</a:t>
            </a:r>
            <a:endParaRPr kumimoji="0" lang="en-US" sz="1867" b="0" i="0" u="none" strike="noStrike" kern="0" cap="none" spc="0" normalizeH="0" baseline="0" noProof="0">
              <a:ln>
                <a:noFill/>
              </a:ln>
              <a:solidFill>
                <a:srgbClr val="E8E8E8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9F0A4D-96C4-72F7-E8C6-134C92CC23DC}"/>
              </a:ext>
            </a:extLst>
          </p:cNvPr>
          <p:cNvSpPr txBox="1"/>
          <p:nvPr/>
        </p:nvSpPr>
        <p:spPr>
          <a:xfrm>
            <a:off x="1231520" y="2042516"/>
            <a:ext cx="4457260" cy="3416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Planning Docs &amp; Decisions</a:t>
            </a:r>
            <a:endParaRPr lang="en-US">
              <a:solidFill>
                <a:prstClr val="white"/>
              </a:solidFill>
              <a:latin typeface="Aptos" panose="02110004020202020204"/>
              <a:cs typeface="Times New Roman"/>
            </a:endParaRPr>
          </a:p>
          <a:p>
            <a:pPr marL="800100" lvl="1" indent="-342900">
              <a:buFont typeface="Courier New" panose="05000000000000000000" pitchFamily="2" charset="2"/>
              <a:buChar char="o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Game Specs/Design</a:t>
            </a:r>
          </a:p>
          <a:p>
            <a:pPr marL="800100" lvl="1" indent="-342900">
              <a:buFont typeface="Courier New" panose="05000000000000000000" pitchFamily="2" charset="2"/>
              <a:buChar char="o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Level Design</a:t>
            </a:r>
          </a:p>
          <a:p>
            <a:pPr lvl="1">
              <a:defRPr/>
            </a:pPr>
            <a:endParaRPr lang="en-US" sz="2400">
              <a:solidFill>
                <a:prstClr val="white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Important PRs: </a:t>
            </a:r>
            <a:endParaRPr lang="en-US">
              <a:solidFill>
                <a:prstClr val="white"/>
              </a:solidFill>
              <a:latin typeface="Aptos" panose="02110004020202020204"/>
              <a:cs typeface="Times New Roman"/>
            </a:endParaRPr>
          </a:p>
          <a:p>
            <a:pPr marL="800100" lvl="1" indent="-342900">
              <a:buFont typeface="Courier New" panose="05000000000000000000" pitchFamily="2" charset="2"/>
              <a:buChar char="o"/>
              <a:defRPr/>
            </a:pPr>
            <a:r>
              <a:rPr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#71: Initializing Physio Park (Level 1)</a:t>
            </a:r>
          </a:p>
          <a:p>
            <a:pPr marL="800100" lvl="1" indent="-342900">
              <a:buFont typeface="Courier New" panose="05000000000000000000" pitchFamily="2" charset="2"/>
              <a:buChar char="o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#73: Join Codes &amp; Lobby</a:t>
            </a:r>
          </a:p>
          <a:p>
            <a:pPr marL="800100" lvl="1" indent="-342900">
              <a:buFont typeface="Courier New" panose="05000000000000000000" pitchFamily="2" charset="2"/>
              <a:buChar char="o"/>
              <a:defRPr/>
            </a:pPr>
            <a:r>
              <a:rPr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#107: Added Sensor Input</a:t>
            </a:r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3F9394D8-5E1D-CF9F-727A-268CD698C571}"/>
              </a:ext>
            </a:extLst>
          </p:cNvPr>
          <p:cNvSpPr/>
          <p:nvPr/>
        </p:nvSpPr>
        <p:spPr>
          <a:xfrm flipH="1">
            <a:off x="9706492" y="4496119"/>
            <a:ext cx="2712334" cy="2383312"/>
          </a:xfrm>
          <a:prstGeom prst="rt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FFEC72-D492-C5A1-2023-88678553B149}"/>
              </a:ext>
            </a:extLst>
          </p:cNvPr>
          <p:cNvSpPr txBox="1"/>
          <p:nvPr/>
        </p:nvSpPr>
        <p:spPr>
          <a:xfrm>
            <a:off x="10003200" y="5824280"/>
            <a:ext cx="211891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Times New Roman"/>
                <a:ea typeface="+mn-ea"/>
                <a:cs typeface="Times New Roman"/>
              </a:rPr>
              <a:t>Speaker: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Times New Roman"/>
                <a:ea typeface="+mn-ea"/>
                <a:cs typeface="Times New Roman"/>
              </a:rPr>
              <a:t>Zara Ahmed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000000"/>
              </a:highlight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CF9FC18E-4457-79EB-5E40-C18BD4FE0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063092" y="5566953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A98FA3-F6A4-67FE-70E2-B72BE200C5C7}"/>
              </a:ext>
            </a:extLst>
          </p:cNvPr>
          <p:cNvSpPr txBox="1"/>
          <p:nvPr/>
        </p:nvSpPr>
        <p:spPr>
          <a:xfrm>
            <a:off x="6315737" y="1790333"/>
            <a:ext cx="5029200" cy="4062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,sans-serif"/>
              <a:buChar char="Ø"/>
            </a:pPr>
            <a:r>
              <a:rPr lang="en-US" sz="2400">
                <a:solidFill>
                  <a:srgbClr val="FFFFFF"/>
                </a:solidFill>
                <a:latin typeface="Times New Roman"/>
                <a:cs typeface="Times New Roman"/>
              </a:rPr>
              <a:t>Limitations</a:t>
            </a:r>
            <a:endParaRPr lang="en-US" sz="2400">
              <a:latin typeface="Times New Roman"/>
              <a:cs typeface="Times New Roman"/>
            </a:endParaRPr>
          </a:p>
          <a:p>
            <a:pPr marL="800100" lvl="1" indent="-342900">
              <a:buFont typeface="Courier New,monospace"/>
              <a:buChar char="o"/>
            </a:pPr>
            <a:r>
              <a:rPr lang="en-US" sz="2400">
                <a:solidFill>
                  <a:srgbClr val="FFFFFF"/>
                </a:solidFill>
                <a:latin typeface="Times New Roman"/>
                <a:cs typeface="Times New Roman"/>
              </a:rPr>
              <a:t>No robust level editing system yet</a:t>
            </a:r>
          </a:p>
          <a:p>
            <a:pPr marL="800100" lvl="1" indent="-342900">
              <a:buFont typeface="Courier New,monospace"/>
              <a:buChar char="o"/>
            </a:pPr>
            <a:r>
              <a:rPr lang="en-US" sz="2400">
                <a:solidFill>
                  <a:srgbClr val="FFFFFF"/>
                </a:solidFill>
                <a:latin typeface="Times New Roman"/>
                <a:cs typeface="Times New Roman"/>
              </a:rPr>
              <a:t>Tuning the sensor input</a:t>
            </a:r>
          </a:p>
          <a:p>
            <a:pPr marL="800100" lvl="1" indent="-342900">
              <a:buFont typeface="Courier New,monospace"/>
              <a:buChar char="o"/>
            </a:pPr>
            <a:endParaRPr lang="en-US" sz="2400"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>
                <a:solidFill>
                  <a:srgbClr val="FFFFFF"/>
                </a:solidFill>
                <a:latin typeface="Times New Roman"/>
                <a:cs typeface="Times New Roman"/>
              </a:rPr>
              <a:t>Security: Rate limiting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>
                <a:solidFill>
                  <a:srgbClr val="FFFFFF"/>
                </a:solidFill>
                <a:latin typeface="Times New Roman"/>
                <a:cs typeface="Times New Roman"/>
              </a:rPr>
              <a:t>Cyber gave us approval!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400"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>
                <a:solidFill>
                  <a:srgbClr val="FFFFFF"/>
                </a:solidFill>
                <a:latin typeface="Times New Roman"/>
                <a:cs typeface="Times New Roman"/>
              </a:rPr>
              <a:t>Quality: Mandatory review system for PRs &amp; Manual game testing</a:t>
            </a:r>
          </a:p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253C2C-496C-D390-35B0-099BCBDFD1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 flipH="1">
            <a:off x="5974246" y="1966078"/>
            <a:ext cx="243509" cy="373091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96D8A8F-AB0B-F677-AB23-EA79C268A6D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7013"/>
          <a:stretch>
            <a:fillRect/>
          </a:stretch>
        </p:blipFill>
        <p:spPr>
          <a:xfrm>
            <a:off x="947982" y="2198677"/>
            <a:ext cx="4829418" cy="2915576"/>
          </a:xfrm>
          <a:prstGeom prst="rect">
            <a:avLst/>
          </a:prstGeom>
          <a:ln w="57150" cmpd="thinThick">
            <a:solidFill>
              <a:srgbClr val="8AB3D2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7A5664E-6AD4-908F-4D19-2B41B8799B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0807" y="2042516"/>
            <a:ext cx="3359882" cy="3618335"/>
          </a:xfrm>
          <a:prstGeom prst="rect">
            <a:avLst/>
          </a:prstGeom>
          <a:ln w="57150" cmpd="thinThick">
            <a:solidFill>
              <a:srgbClr val="8AB3D2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4068A2-F41A-3575-F96B-F9B0915ECE9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1" b="3607"/>
          <a:stretch>
            <a:fillRect/>
          </a:stretch>
        </p:blipFill>
        <p:spPr>
          <a:xfrm>
            <a:off x="6369322" y="2053561"/>
            <a:ext cx="4442852" cy="3609976"/>
          </a:xfrm>
          <a:prstGeom prst="rect">
            <a:avLst/>
          </a:prstGeom>
          <a:ln w="57150" cmpd="thinThick">
            <a:solidFill>
              <a:srgbClr val="8AB3D2"/>
            </a:solidFill>
          </a:ln>
        </p:spPr>
      </p:pic>
    </p:spTree>
    <p:extLst>
      <p:ext uri="{BB962C8B-B14F-4D97-AF65-F5344CB8AC3E}">
        <p14:creationId xmlns:p14="http://schemas.microsoft.com/office/powerpoint/2010/main" val="354419761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63000">
              <a:srgbClr val="030D27"/>
            </a:gs>
            <a:gs pos="100000">
              <a:srgbClr val="080D03"/>
            </a:gs>
          </a:gsLst>
          <a:lin ang="5400012" scaled="0"/>
        </a:gradFill>
        <a:effectLst/>
      </p:bgPr>
    </p:bg>
    <p:spTree>
      <p:nvGrpSpPr>
        <p:cNvPr id="1" name="Shape 691">
          <a:extLst>
            <a:ext uri="{FF2B5EF4-FFF2-40B4-BE49-F238E27FC236}">
              <a16:creationId xmlns:a16="http://schemas.microsoft.com/office/drawing/2014/main" id="{D4596047-4F8B-D7AE-2D89-A5A06F447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F966FC4C-D4CC-D970-DDCB-D143ED11EE25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17B7837-EBD7-A32F-0E28-0DE3E65737E7}"/>
              </a:ext>
            </a:extLst>
          </p:cNvPr>
          <p:cNvSpPr/>
          <p:nvPr/>
        </p:nvSpPr>
        <p:spPr>
          <a:xfrm>
            <a:off x="-147858" y="57851"/>
            <a:ext cx="12577153" cy="6858000"/>
          </a:xfrm>
          <a:prstGeom prst="rect">
            <a:avLst/>
          </a:prstGeom>
          <a:gradFill flip="none" rotWithShape="1">
            <a:gsLst>
              <a:gs pos="0">
                <a:srgbClr val="14308A">
                  <a:alpha val="24706"/>
                </a:srgbClr>
              </a:gs>
              <a:gs pos="33000">
                <a:srgbClr val="122052">
                  <a:alpha val="24706"/>
                </a:srgbClr>
              </a:gs>
              <a:gs pos="77000">
                <a:srgbClr val="0F4134">
                  <a:alpha val="2470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742FFB-98F7-DCA2-D268-94E44BBCB5A8}"/>
              </a:ext>
            </a:extLst>
          </p:cNvPr>
          <p:cNvSpPr txBox="1"/>
          <p:nvPr/>
        </p:nvSpPr>
        <p:spPr>
          <a:xfrm>
            <a:off x="77408" y="58063"/>
            <a:ext cx="304892" cy="37965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50" b="0" i="0" u="none" strike="noStrike" kern="0" cap="none" spc="0" normalizeH="0" baseline="0" noProof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Arial"/>
              </a:rPr>
              <a:t>4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D09D75A8-C036-4189-A4E8-958A758F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0915ABBE-01D9-5B31-C420-E5A977F8D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1D756E-3D12-CAC6-CB79-582E629AA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15478" flipV="1">
            <a:off x="-513192" y="5576731"/>
            <a:ext cx="3837089" cy="55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0229BC51-CF20-420E-9062-18A2F18ED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237717" flipV="1">
            <a:off x="9118319" y="859561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1E59CAE8-B41D-231A-BCEE-84D5B6FE9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063092" y="5566953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Google Shape;931;p76">
            <a:extLst>
              <a:ext uri="{FF2B5EF4-FFF2-40B4-BE49-F238E27FC236}">
                <a16:creationId xmlns:a16="http://schemas.microsoft.com/office/drawing/2014/main" id="{E535C281-9A85-4EEC-3575-CB0103DA7360}"/>
              </a:ext>
            </a:extLst>
          </p:cNvPr>
          <p:cNvSpPr/>
          <p:nvPr/>
        </p:nvSpPr>
        <p:spPr>
          <a:xfrm>
            <a:off x="2155371" y="760538"/>
            <a:ext cx="7823516" cy="692498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666666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pic>
        <p:nvPicPr>
          <p:cNvPr id="5" name="Google Shape;904;p50">
            <a:extLst>
              <a:ext uri="{FF2B5EF4-FFF2-40B4-BE49-F238E27FC236}">
                <a16:creationId xmlns:a16="http://schemas.microsoft.com/office/drawing/2014/main" id="{ED1754C6-075F-2CAE-5ABF-3AB013D6955C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prstClr val="black"/>
              <a:srgbClr val="0070C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rot="1519534">
            <a:off x="-2762914" y="-1178952"/>
            <a:ext cx="6225719" cy="9577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04;p50">
            <a:extLst>
              <a:ext uri="{FF2B5EF4-FFF2-40B4-BE49-F238E27FC236}">
                <a16:creationId xmlns:a16="http://schemas.microsoft.com/office/drawing/2014/main" id="{E5BEAD37-C315-7BF9-A297-89A71CCE138A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prstClr val="black"/>
              <a:srgbClr val="0070C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rot="20080466" flipH="1">
            <a:off x="8729198" y="-1178953"/>
            <a:ext cx="6225719" cy="957753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B784E5D-04BE-3060-80A9-720F19159EA2}"/>
              </a:ext>
            </a:extLst>
          </p:cNvPr>
          <p:cNvSpPr txBox="1"/>
          <p:nvPr/>
        </p:nvSpPr>
        <p:spPr>
          <a:xfrm>
            <a:off x="87740" y="55480"/>
            <a:ext cx="303288" cy="37702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850" kern="0">
                <a:solidFill>
                  <a:srgbClr val="E8E8E8"/>
                </a:solidFill>
                <a:latin typeface="Times New Roman"/>
                <a:cs typeface="Times New Roman"/>
                <a:sym typeface="Arial"/>
              </a:rPr>
              <a:t>6</a:t>
            </a:r>
            <a:endParaRPr lang="en-US"/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E8027972-C791-76D9-65D9-9514FC2E4A91}"/>
              </a:ext>
            </a:extLst>
          </p:cNvPr>
          <p:cNvSpPr/>
          <p:nvPr/>
        </p:nvSpPr>
        <p:spPr>
          <a:xfrm flipH="1">
            <a:off x="9706492" y="4496119"/>
            <a:ext cx="2712334" cy="2383312"/>
          </a:xfrm>
          <a:prstGeom prst="rt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DEA764-7C5C-13BA-7E07-B2097C887AC7}"/>
              </a:ext>
            </a:extLst>
          </p:cNvPr>
          <p:cNvSpPr txBox="1"/>
          <p:nvPr/>
        </p:nvSpPr>
        <p:spPr>
          <a:xfrm>
            <a:off x="10473780" y="5859845"/>
            <a:ext cx="21189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Times New Roman"/>
                <a:ea typeface="+mn-ea"/>
                <a:cs typeface="Times New Roman"/>
              </a:rPr>
              <a:t>Speaker:</a:t>
            </a:r>
          </a:p>
          <a:p>
            <a:pPr algn="ctr">
              <a:defRPr/>
            </a:pPr>
            <a:r>
              <a:rPr lang="en-US" sz="2000">
                <a:solidFill>
                  <a:prstClr val="white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Zara Ahmed</a:t>
            </a:r>
            <a:endParaRPr lang="en-US">
              <a:solidFill>
                <a:prstClr val="white"/>
              </a:solidFill>
            </a:endParaRPr>
          </a:p>
        </p:txBody>
      </p:sp>
      <p:pic>
        <p:nvPicPr>
          <p:cNvPr id="29" name="Picture 4">
            <a:extLst>
              <a:ext uri="{FF2B5EF4-FFF2-40B4-BE49-F238E27FC236}">
                <a16:creationId xmlns:a16="http://schemas.microsoft.com/office/drawing/2014/main" id="{4B9248FF-2595-8972-39E0-D6770D0F4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217398" y="545125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70BDA5-1B84-A9BA-FE86-E8532194DFC5}"/>
              </a:ext>
            </a:extLst>
          </p:cNvPr>
          <p:cNvSpPr txBox="1"/>
          <p:nvPr/>
        </p:nvSpPr>
        <p:spPr>
          <a:xfrm>
            <a:off x="2586898" y="740198"/>
            <a:ext cx="7018205" cy="6924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/>
            </a:pPr>
            <a:r>
              <a:rPr lang="en-US" sz="3900">
                <a:solidFill>
                  <a:prstClr val="white"/>
                </a:solidFill>
                <a:latin typeface="Times New Roman"/>
                <a:cs typeface="Times New Roman"/>
              </a:rPr>
              <a:t>Team</a:t>
            </a:r>
            <a:r>
              <a:rPr kumimoji="0" lang="en-US" sz="3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Contributions</a:t>
            </a:r>
            <a:r>
              <a:rPr lang="en-US" sz="3900">
                <a:solidFill>
                  <a:prstClr val="white"/>
                </a:solidFill>
                <a:latin typeface="Times New Roman"/>
                <a:cs typeface="Times New Roman"/>
              </a:rPr>
              <a:t> - Zara</a:t>
            </a:r>
            <a:endParaRPr kumimoji="0" lang="en-US" sz="3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8A886F-BCD4-2C46-1CF2-26AA2F10F5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35477" y="3646147"/>
            <a:ext cx="4630472" cy="2366200"/>
          </a:xfrm>
          <a:prstGeom prst="rect">
            <a:avLst/>
          </a:prstGeom>
          <a:ln w="57150" cmpd="thinThick">
            <a:solidFill>
              <a:srgbClr val="8AB3D2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D422301-BA53-2D33-DB32-55E1CE147CFD}"/>
              </a:ext>
            </a:extLst>
          </p:cNvPr>
          <p:cNvSpPr txBox="1"/>
          <p:nvPr/>
        </p:nvSpPr>
        <p:spPr>
          <a:xfrm>
            <a:off x="3558030" y="1847194"/>
            <a:ext cx="5586221" cy="23083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schemeClr val="bg1"/>
                </a:solidFill>
                <a:latin typeface="Times New Roman"/>
                <a:cs typeface="Times New Roman"/>
              </a:rPr>
              <a:t>Documentation for Level 1 &amp; general game design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Added a player naming system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Made tile sets &amp; level editor setup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endParaRPr lang="en-US" sz="2400">
              <a:solidFill>
                <a:prstClr val="white"/>
              </a:solidFill>
              <a:latin typeface="Times New Roman"/>
              <a:cs typeface="Times New Roman"/>
            </a:endParaRPr>
          </a:p>
          <a:p>
            <a:pPr marL="342900" lvl="0" indent="-342900">
              <a:buFont typeface="Wingdings" panose="05000000000000000000" pitchFamily="2" charset="2"/>
              <a:buChar char="Ø"/>
              <a:defRPr/>
            </a:pPr>
            <a:endParaRPr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58392533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63000">
              <a:srgbClr val="030D27"/>
            </a:gs>
            <a:gs pos="100000">
              <a:srgbClr val="080D03"/>
            </a:gs>
          </a:gsLst>
          <a:lin ang="5400012" scaled="0"/>
        </a:gradFill>
        <a:effectLst/>
      </p:bgPr>
    </p:bg>
    <p:spTree>
      <p:nvGrpSpPr>
        <p:cNvPr id="1" name="Shape 691">
          <a:extLst>
            <a:ext uri="{FF2B5EF4-FFF2-40B4-BE49-F238E27FC236}">
              <a16:creationId xmlns:a16="http://schemas.microsoft.com/office/drawing/2014/main" id="{02D8F7E9-C4CA-2986-A7F3-988BBD41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3A746876-AE43-F519-C59E-200568EF6A0C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7C05F55-EF96-D2B0-4862-632CFADA119B}"/>
              </a:ext>
            </a:extLst>
          </p:cNvPr>
          <p:cNvSpPr/>
          <p:nvPr/>
        </p:nvSpPr>
        <p:spPr>
          <a:xfrm>
            <a:off x="-147858" y="57851"/>
            <a:ext cx="12577153" cy="6858000"/>
          </a:xfrm>
          <a:prstGeom prst="rect">
            <a:avLst/>
          </a:prstGeom>
          <a:gradFill flip="none" rotWithShape="1">
            <a:gsLst>
              <a:gs pos="0">
                <a:srgbClr val="14308A">
                  <a:alpha val="24706"/>
                </a:srgbClr>
              </a:gs>
              <a:gs pos="33000">
                <a:srgbClr val="122052">
                  <a:alpha val="24706"/>
                </a:srgbClr>
              </a:gs>
              <a:gs pos="77000">
                <a:srgbClr val="0F4134">
                  <a:alpha val="2470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2A005D-CEDE-DF78-2C7B-7035DF3E7EAE}"/>
              </a:ext>
            </a:extLst>
          </p:cNvPr>
          <p:cNvSpPr txBox="1"/>
          <p:nvPr/>
        </p:nvSpPr>
        <p:spPr>
          <a:xfrm>
            <a:off x="77408" y="58063"/>
            <a:ext cx="304892" cy="37965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50" b="0" i="0" u="none" strike="noStrike" kern="0" cap="none" spc="0" normalizeH="0" baseline="0" noProof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Arial"/>
              </a:rPr>
              <a:t>4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27EA9E16-0194-0B54-3B55-CAE83BC39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AC72A200-E331-4C5E-5BB6-589688C81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9322B3F-80F2-70CB-76D9-C5D6B0524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15478" flipV="1">
            <a:off x="-513192" y="5576731"/>
            <a:ext cx="3837089" cy="55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7E50078B-6061-9624-E9D2-C5A76654F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237717" flipV="1">
            <a:off x="9118319" y="859561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BE2C4BFF-3F84-A161-3D07-18390B87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063092" y="5566953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8F9CA0-AEFF-6193-EE56-C8667134A2B0}"/>
              </a:ext>
            </a:extLst>
          </p:cNvPr>
          <p:cNvSpPr txBox="1"/>
          <p:nvPr/>
        </p:nvSpPr>
        <p:spPr>
          <a:xfrm>
            <a:off x="2586898" y="740198"/>
            <a:ext cx="7018205" cy="6924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/>
            </a:pPr>
            <a:r>
              <a:rPr lang="en-US" sz="3900">
                <a:solidFill>
                  <a:prstClr val="white"/>
                </a:solidFill>
                <a:latin typeface="Times New Roman"/>
                <a:cs typeface="Times New Roman"/>
              </a:rPr>
              <a:t>Team</a:t>
            </a:r>
            <a:r>
              <a:rPr kumimoji="0" lang="en-US" sz="3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Contributions</a:t>
            </a:r>
            <a:r>
              <a:rPr lang="en-US" sz="3900">
                <a:solidFill>
                  <a:prstClr val="white"/>
                </a:solidFill>
                <a:latin typeface="Times New Roman"/>
                <a:cs typeface="Times New Roman"/>
              </a:rPr>
              <a:t> - James</a:t>
            </a:r>
            <a:endParaRPr kumimoji="0" lang="en-US" sz="3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22" name="Google Shape;931;p76">
            <a:extLst>
              <a:ext uri="{FF2B5EF4-FFF2-40B4-BE49-F238E27FC236}">
                <a16:creationId xmlns:a16="http://schemas.microsoft.com/office/drawing/2014/main" id="{C9C97680-690F-DFFF-8C26-7856295ABD96}"/>
              </a:ext>
            </a:extLst>
          </p:cNvPr>
          <p:cNvSpPr/>
          <p:nvPr/>
        </p:nvSpPr>
        <p:spPr>
          <a:xfrm>
            <a:off x="2155371" y="760538"/>
            <a:ext cx="7823516" cy="692498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666666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pic>
        <p:nvPicPr>
          <p:cNvPr id="5" name="Google Shape;904;p50">
            <a:extLst>
              <a:ext uri="{FF2B5EF4-FFF2-40B4-BE49-F238E27FC236}">
                <a16:creationId xmlns:a16="http://schemas.microsoft.com/office/drawing/2014/main" id="{47E9C169-CED0-40A9-A519-8FEC4CC0FD14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prstClr val="black"/>
              <a:srgbClr val="0070C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rot="1519534">
            <a:off x="-2762914" y="-1178952"/>
            <a:ext cx="6225719" cy="9577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04;p50">
            <a:extLst>
              <a:ext uri="{FF2B5EF4-FFF2-40B4-BE49-F238E27FC236}">
                <a16:creationId xmlns:a16="http://schemas.microsoft.com/office/drawing/2014/main" id="{B280A149-E89D-89D0-9604-2AA2AB50F77D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prstClr val="black"/>
              <a:srgbClr val="0070C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rot="20080466" flipH="1">
            <a:off x="8725823" y="-1178952"/>
            <a:ext cx="6225719" cy="957753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3400EA0-BCEF-5AD7-17EC-F52826D0C5FE}"/>
              </a:ext>
            </a:extLst>
          </p:cNvPr>
          <p:cNvSpPr txBox="1"/>
          <p:nvPr/>
        </p:nvSpPr>
        <p:spPr>
          <a:xfrm>
            <a:off x="3221737" y="1824889"/>
            <a:ext cx="5748527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Partially generalized physics implementation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Physio Park setup, resolution, and scaling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Asset loading and some animations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DC7000-75F6-D4DF-F84C-56D171E2BAED}"/>
              </a:ext>
            </a:extLst>
          </p:cNvPr>
          <p:cNvSpPr txBox="1"/>
          <p:nvPr/>
        </p:nvSpPr>
        <p:spPr>
          <a:xfrm>
            <a:off x="87740" y="55480"/>
            <a:ext cx="303288" cy="37702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850" kern="0">
                <a:solidFill>
                  <a:srgbClr val="E8E8E8"/>
                </a:solidFill>
                <a:latin typeface="Times New Roman"/>
                <a:cs typeface="Times New Roman"/>
                <a:sym typeface="Arial"/>
              </a:rPr>
              <a:t>7</a:t>
            </a:r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971236CD-4B08-5256-26CC-00386F6D0CDA}"/>
              </a:ext>
            </a:extLst>
          </p:cNvPr>
          <p:cNvSpPr/>
          <p:nvPr/>
        </p:nvSpPr>
        <p:spPr>
          <a:xfrm flipH="1">
            <a:off x="9706492" y="4496119"/>
            <a:ext cx="2712334" cy="2383312"/>
          </a:xfrm>
          <a:prstGeom prst="rt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98BB26-DFA5-3D1D-558C-7E706BC3609E}"/>
              </a:ext>
            </a:extLst>
          </p:cNvPr>
          <p:cNvSpPr txBox="1"/>
          <p:nvPr/>
        </p:nvSpPr>
        <p:spPr>
          <a:xfrm>
            <a:off x="10473780" y="5859845"/>
            <a:ext cx="21189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Times New Roman"/>
                <a:ea typeface="+mn-ea"/>
                <a:cs typeface="Times New Roman"/>
              </a:rPr>
              <a:t>Speaker:</a:t>
            </a:r>
          </a:p>
          <a:p>
            <a:pPr algn="ctr">
              <a:defRPr/>
            </a:pPr>
            <a:r>
              <a:rPr lang="en-US" sz="2000">
                <a:solidFill>
                  <a:prstClr val="white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James Adler</a:t>
            </a: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highlight>
                <a:srgbClr val="000000"/>
              </a:highlight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29" name="Picture 4">
            <a:extLst>
              <a:ext uri="{FF2B5EF4-FFF2-40B4-BE49-F238E27FC236}">
                <a16:creationId xmlns:a16="http://schemas.microsoft.com/office/drawing/2014/main" id="{94822539-E385-C481-69F1-A4F14CFAE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217398" y="545125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4504C0-A1C0-5103-48A5-8B2C6BA347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3019" y="3611190"/>
            <a:ext cx="4876866" cy="2476791"/>
          </a:xfrm>
          <a:prstGeom prst="rect">
            <a:avLst/>
          </a:prstGeom>
          <a:ln w="57150" cmpd="thinThick">
            <a:solidFill>
              <a:srgbClr val="8AB3D2"/>
            </a:solidFill>
          </a:ln>
        </p:spPr>
      </p:pic>
    </p:spTree>
    <p:extLst>
      <p:ext uri="{BB962C8B-B14F-4D97-AF65-F5344CB8AC3E}">
        <p14:creationId xmlns:p14="http://schemas.microsoft.com/office/powerpoint/2010/main" val="1998670579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63000">
              <a:srgbClr val="030D27"/>
            </a:gs>
            <a:gs pos="100000">
              <a:srgbClr val="080D03"/>
            </a:gs>
          </a:gsLst>
          <a:lin ang="5400012" scaled="0"/>
        </a:gradFill>
        <a:effectLst/>
      </p:bgPr>
    </p:bg>
    <p:spTree>
      <p:nvGrpSpPr>
        <p:cNvPr id="1" name="Shape 691">
          <a:extLst>
            <a:ext uri="{FF2B5EF4-FFF2-40B4-BE49-F238E27FC236}">
              <a16:creationId xmlns:a16="http://schemas.microsoft.com/office/drawing/2014/main" id="{6134F12C-7F71-B191-33C9-6C0205476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200D102D-A142-A2AA-5A1F-284BACA2C67E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A4C46B7-11F1-DBE2-061E-2B129F881EA5}"/>
              </a:ext>
            </a:extLst>
          </p:cNvPr>
          <p:cNvSpPr/>
          <p:nvPr/>
        </p:nvSpPr>
        <p:spPr>
          <a:xfrm>
            <a:off x="-147858" y="57851"/>
            <a:ext cx="12577153" cy="6858000"/>
          </a:xfrm>
          <a:prstGeom prst="rect">
            <a:avLst/>
          </a:prstGeom>
          <a:gradFill flip="none" rotWithShape="1">
            <a:gsLst>
              <a:gs pos="0">
                <a:srgbClr val="14308A">
                  <a:alpha val="24706"/>
                </a:srgbClr>
              </a:gs>
              <a:gs pos="33000">
                <a:srgbClr val="122052">
                  <a:alpha val="24706"/>
                </a:srgbClr>
              </a:gs>
              <a:gs pos="77000">
                <a:srgbClr val="0F4134">
                  <a:alpha val="2470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03EB47-B3AF-117C-14C2-AF17CBF53B5E}"/>
              </a:ext>
            </a:extLst>
          </p:cNvPr>
          <p:cNvSpPr txBox="1"/>
          <p:nvPr/>
        </p:nvSpPr>
        <p:spPr>
          <a:xfrm>
            <a:off x="77408" y="58063"/>
            <a:ext cx="304892" cy="37965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50" b="0" i="0" u="none" strike="noStrike" kern="0" cap="none" spc="0" normalizeH="0" baseline="0" noProof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Arial"/>
              </a:rPr>
              <a:t>4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B803FE05-A3B8-5EC6-B9F6-DA653DDA1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9036701E-67C7-1FFE-BC20-A051B7BFC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230A12-A39B-C99C-C7D6-F1D8C84B4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15478" flipV="1">
            <a:off x="-513192" y="5576731"/>
            <a:ext cx="3837089" cy="55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0409291E-B349-B571-BC5C-866073C21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237717" flipV="1">
            <a:off x="9118319" y="859561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30A4DC8A-C11E-6A03-50D8-0CADE231A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063092" y="5566953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975F9C-C3D6-70ED-5A00-AE85401358C6}"/>
              </a:ext>
            </a:extLst>
          </p:cNvPr>
          <p:cNvSpPr txBox="1"/>
          <p:nvPr/>
        </p:nvSpPr>
        <p:spPr>
          <a:xfrm>
            <a:off x="2586898" y="740198"/>
            <a:ext cx="7018205" cy="6924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/>
            </a:pPr>
            <a:r>
              <a:rPr lang="en-US" sz="3900">
                <a:solidFill>
                  <a:prstClr val="white"/>
                </a:solidFill>
                <a:latin typeface="Times New Roman"/>
                <a:cs typeface="Times New Roman"/>
              </a:rPr>
              <a:t>Team</a:t>
            </a:r>
            <a:r>
              <a:rPr kumimoji="0" lang="en-US" sz="3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Contributions</a:t>
            </a:r>
            <a:r>
              <a:rPr lang="en-US" sz="3900">
                <a:solidFill>
                  <a:prstClr val="white"/>
                </a:solidFill>
                <a:latin typeface="Times New Roman"/>
                <a:cs typeface="Times New Roman"/>
              </a:rPr>
              <a:t> - Trenton</a:t>
            </a:r>
            <a:endParaRPr kumimoji="0" lang="en-US" sz="3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22" name="Google Shape;931;p76">
            <a:extLst>
              <a:ext uri="{FF2B5EF4-FFF2-40B4-BE49-F238E27FC236}">
                <a16:creationId xmlns:a16="http://schemas.microsoft.com/office/drawing/2014/main" id="{4E6BA79E-8247-8A48-AAC3-98AD4FD9B31D}"/>
              </a:ext>
            </a:extLst>
          </p:cNvPr>
          <p:cNvSpPr/>
          <p:nvPr/>
        </p:nvSpPr>
        <p:spPr>
          <a:xfrm>
            <a:off x="2155371" y="760538"/>
            <a:ext cx="7823516" cy="692498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666666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pic>
        <p:nvPicPr>
          <p:cNvPr id="5" name="Google Shape;904;p50">
            <a:extLst>
              <a:ext uri="{FF2B5EF4-FFF2-40B4-BE49-F238E27FC236}">
                <a16:creationId xmlns:a16="http://schemas.microsoft.com/office/drawing/2014/main" id="{3163E1D1-D0B9-9DA2-365F-694283C6353E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prstClr val="black"/>
              <a:srgbClr val="0070C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rot="1519534">
            <a:off x="-2762914" y="-1178952"/>
            <a:ext cx="6225719" cy="9577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04;p50">
            <a:extLst>
              <a:ext uri="{FF2B5EF4-FFF2-40B4-BE49-F238E27FC236}">
                <a16:creationId xmlns:a16="http://schemas.microsoft.com/office/drawing/2014/main" id="{6F6530A0-ECB5-46F4-3534-33F0A2A4801C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prstClr val="black"/>
              <a:srgbClr val="0070C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rot="20080466" flipH="1">
            <a:off x="8729198" y="-1178953"/>
            <a:ext cx="6225719" cy="957753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927355D-1854-C8AC-9FFA-49AFAF1DE987}"/>
              </a:ext>
            </a:extLst>
          </p:cNvPr>
          <p:cNvSpPr txBox="1"/>
          <p:nvPr/>
        </p:nvSpPr>
        <p:spPr>
          <a:xfrm>
            <a:off x="3048000" y="1913308"/>
            <a:ext cx="6062357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Public and private lobbies, lobby waiting rooms, host controls, and starting a game </a:t>
            </a:r>
            <a:endParaRPr lang="en-US">
              <a:solidFill>
                <a:prstClr val="white"/>
              </a:solidFill>
              <a:latin typeface="Aptos" panose="02110004020202020204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Level completions and transitions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Level 2 design, sprites, and implementation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3870A3-DE73-2892-209E-64D0095F64D4}"/>
              </a:ext>
            </a:extLst>
          </p:cNvPr>
          <p:cNvSpPr txBox="1"/>
          <p:nvPr/>
        </p:nvSpPr>
        <p:spPr>
          <a:xfrm>
            <a:off x="87740" y="55480"/>
            <a:ext cx="304892" cy="37965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850" kern="0">
                <a:solidFill>
                  <a:srgbClr val="E8E8E8"/>
                </a:solidFill>
                <a:latin typeface="Times New Roman"/>
                <a:cs typeface="Times New Roman"/>
                <a:sym typeface="Arial"/>
              </a:rPr>
              <a:t>8</a:t>
            </a:r>
            <a:endParaRPr lang="en-US">
              <a:ea typeface="+mn-ea"/>
            </a:endParaRPr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21DAC8E1-A8BC-B7B7-9990-334542634864}"/>
              </a:ext>
            </a:extLst>
          </p:cNvPr>
          <p:cNvSpPr/>
          <p:nvPr/>
        </p:nvSpPr>
        <p:spPr>
          <a:xfrm flipH="1">
            <a:off x="9706492" y="4496119"/>
            <a:ext cx="2712334" cy="2383312"/>
          </a:xfrm>
          <a:prstGeom prst="rt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9C740C-8439-1979-5417-7C14ECCAD30D}"/>
              </a:ext>
            </a:extLst>
          </p:cNvPr>
          <p:cNvSpPr txBox="1"/>
          <p:nvPr/>
        </p:nvSpPr>
        <p:spPr>
          <a:xfrm>
            <a:off x="10073730" y="5902708"/>
            <a:ext cx="21189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Times New Roman"/>
                <a:ea typeface="+mn-ea"/>
                <a:cs typeface="Times New Roman"/>
              </a:rPr>
              <a:t>Speaker:</a:t>
            </a:r>
          </a:p>
          <a:p>
            <a:pPr algn="ctr">
              <a:defRPr/>
            </a:pPr>
            <a:r>
              <a:rPr lang="en-US" sz="2000">
                <a:solidFill>
                  <a:prstClr val="white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Trenton Ottman</a:t>
            </a: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highlight>
                <a:srgbClr val="000000"/>
              </a:highlight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29" name="Picture 4">
            <a:extLst>
              <a:ext uri="{FF2B5EF4-FFF2-40B4-BE49-F238E27FC236}">
                <a16:creationId xmlns:a16="http://schemas.microsoft.com/office/drawing/2014/main" id="{1737D76A-5562-BE17-3492-1406E3780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217398" y="545125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9960F1-FE31-52ED-A8B8-1E0A4F2D6B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8037" y="3748022"/>
            <a:ext cx="4910409" cy="2456373"/>
          </a:xfrm>
          <a:prstGeom prst="rect">
            <a:avLst/>
          </a:prstGeom>
          <a:ln w="57150" cmpd="thinThick">
            <a:solidFill>
              <a:srgbClr val="8AB3D2"/>
            </a:solidFill>
          </a:ln>
        </p:spPr>
      </p:pic>
      <p:pic>
        <p:nvPicPr>
          <p:cNvPr id="19" name="Picture 18" descr="A graph on a screen&#10;&#10;AI-generated content may be incorrect.">
            <a:extLst>
              <a:ext uri="{FF2B5EF4-FFF2-40B4-BE49-F238E27FC236}">
                <a16:creationId xmlns:a16="http://schemas.microsoft.com/office/drawing/2014/main" id="{DA3156E0-2BEE-2450-A350-74D4420E0F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975" y="3752851"/>
            <a:ext cx="4910138" cy="244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687710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63000">
              <a:srgbClr val="030D27"/>
            </a:gs>
            <a:gs pos="100000">
              <a:srgbClr val="080D03"/>
            </a:gs>
          </a:gsLst>
          <a:lin ang="5400012" scaled="0"/>
        </a:gradFill>
        <a:effectLst/>
      </p:bgPr>
    </p:bg>
    <p:spTree>
      <p:nvGrpSpPr>
        <p:cNvPr id="1" name="Shape 691">
          <a:extLst>
            <a:ext uri="{FF2B5EF4-FFF2-40B4-BE49-F238E27FC236}">
              <a16:creationId xmlns:a16="http://schemas.microsoft.com/office/drawing/2014/main" id="{588CBA20-7381-423E-1D3F-D6289F835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4DF3E2FB-02C2-A98F-1F2E-A8D18B5A18EE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9C406B6-D581-AA48-DC70-085CD140BA95}"/>
              </a:ext>
            </a:extLst>
          </p:cNvPr>
          <p:cNvSpPr/>
          <p:nvPr/>
        </p:nvSpPr>
        <p:spPr>
          <a:xfrm>
            <a:off x="-147858" y="57851"/>
            <a:ext cx="12577153" cy="6858000"/>
          </a:xfrm>
          <a:prstGeom prst="rect">
            <a:avLst/>
          </a:prstGeom>
          <a:gradFill flip="none" rotWithShape="1">
            <a:gsLst>
              <a:gs pos="0">
                <a:srgbClr val="14308A">
                  <a:alpha val="24706"/>
                </a:srgbClr>
              </a:gs>
              <a:gs pos="33000">
                <a:srgbClr val="122052">
                  <a:alpha val="24706"/>
                </a:srgbClr>
              </a:gs>
              <a:gs pos="77000">
                <a:srgbClr val="0F4134">
                  <a:alpha val="2470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893BCF-C00B-1443-79F4-BC457EF34BBA}"/>
              </a:ext>
            </a:extLst>
          </p:cNvPr>
          <p:cNvSpPr txBox="1"/>
          <p:nvPr/>
        </p:nvSpPr>
        <p:spPr>
          <a:xfrm>
            <a:off x="77408" y="58063"/>
            <a:ext cx="304892" cy="37965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50" b="0" i="0" u="none" strike="noStrike" kern="0" cap="none" spc="0" normalizeH="0" baseline="0" noProof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Arial"/>
              </a:rPr>
              <a:t>4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6907AA0B-9E58-AF39-1D6A-55AB7D3DE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0CC5E3E8-1909-1C0A-EDEA-178D95E0D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87ED9A-E31B-2C93-A9AC-BB1789325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15478" flipV="1">
            <a:off x="-513192" y="5576731"/>
            <a:ext cx="3837089" cy="55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01AD8EA5-27BA-ED1E-7F9D-FCBB0D626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237717" flipV="1">
            <a:off x="9118319" y="859561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951C4FBB-592C-823B-AD9B-34EF0D3E7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063092" y="5566953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76BB8F-A9A0-4191-200E-4C42C577A76F}"/>
              </a:ext>
            </a:extLst>
          </p:cNvPr>
          <p:cNvSpPr txBox="1"/>
          <p:nvPr/>
        </p:nvSpPr>
        <p:spPr>
          <a:xfrm>
            <a:off x="2586898" y="740198"/>
            <a:ext cx="7018205" cy="6924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/>
            </a:pPr>
            <a:r>
              <a:rPr lang="en-US" sz="3900">
                <a:solidFill>
                  <a:prstClr val="white"/>
                </a:solidFill>
                <a:latin typeface="Times New Roman"/>
                <a:cs typeface="Times New Roman"/>
              </a:rPr>
              <a:t>Team</a:t>
            </a:r>
            <a:r>
              <a:rPr kumimoji="0" lang="en-US" sz="3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Contributions</a:t>
            </a:r>
            <a:r>
              <a:rPr lang="en-US" sz="3900">
                <a:solidFill>
                  <a:prstClr val="white"/>
                </a:solidFill>
                <a:latin typeface="Times New Roman"/>
                <a:cs typeface="Times New Roman"/>
              </a:rPr>
              <a:t> - Jackson</a:t>
            </a:r>
            <a:endParaRPr kumimoji="0" lang="en-US" sz="3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22" name="Google Shape;931;p76">
            <a:extLst>
              <a:ext uri="{FF2B5EF4-FFF2-40B4-BE49-F238E27FC236}">
                <a16:creationId xmlns:a16="http://schemas.microsoft.com/office/drawing/2014/main" id="{9F13F249-3AFB-693B-C9AA-BCEA0A2E2B75}"/>
              </a:ext>
            </a:extLst>
          </p:cNvPr>
          <p:cNvSpPr/>
          <p:nvPr/>
        </p:nvSpPr>
        <p:spPr>
          <a:xfrm>
            <a:off x="2155371" y="760538"/>
            <a:ext cx="7823516" cy="692498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666666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pic>
        <p:nvPicPr>
          <p:cNvPr id="5" name="Google Shape;904;p50">
            <a:extLst>
              <a:ext uri="{FF2B5EF4-FFF2-40B4-BE49-F238E27FC236}">
                <a16:creationId xmlns:a16="http://schemas.microsoft.com/office/drawing/2014/main" id="{4F99A43A-E599-66FB-4F11-B29BDE7E30F3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prstClr val="black"/>
              <a:srgbClr val="0070C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rot="1519534">
            <a:off x="-2762914" y="-1178952"/>
            <a:ext cx="6225719" cy="9577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04;p50">
            <a:extLst>
              <a:ext uri="{FF2B5EF4-FFF2-40B4-BE49-F238E27FC236}">
                <a16:creationId xmlns:a16="http://schemas.microsoft.com/office/drawing/2014/main" id="{79FE7BC5-FB19-DF5C-922D-F6776C786666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prstClr val="black"/>
              <a:srgbClr val="0070C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rot="20080466" flipH="1">
            <a:off x="8729198" y="-1178953"/>
            <a:ext cx="6225719" cy="957753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3B60550-8364-6A49-AB02-86BE77685621}"/>
              </a:ext>
            </a:extLst>
          </p:cNvPr>
          <p:cNvSpPr txBox="1"/>
          <p:nvPr/>
        </p:nvSpPr>
        <p:spPr>
          <a:xfrm>
            <a:off x="3474113" y="1714730"/>
            <a:ext cx="5368804" cy="23083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Created sprites for Physio-Park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Worked on using the sensor as an input for the user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Worked on allowing users to rejoin on disconnect</a:t>
            </a:r>
            <a:endParaRPr lang="en-US">
              <a:solidFill>
                <a:prstClr val="white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endParaRPr lang="en-US" sz="2400">
              <a:solidFill>
                <a:prstClr val="white"/>
              </a:solidFill>
              <a:latin typeface="Times New Roman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6BA1CE-D3D2-3945-7505-31E2DCA468FE}"/>
              </a:ext>
            </a:extLst>
          </p:cNvPr>
          <p:cNvSpPr txBox="1"/>
          <p:nvPr/>
        </p:nvSpPr>
        <p:spPr>
          <a:xfrm>
            <a:off x="87740" y="55480"/>
            <a:ext cx="303288" cy="37702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850" kern="0">
                <a:solidFill>
                  <a:srgbClr val="E8E8E8"/>
                </a:solidFill>
                <a:latin typeface="Times New Roman"/>
                <a:cs typeface="Times New Roman"/>
                <a:sym typeface="Arial"/>
              </a:rPr>
              <a:t>9</a:t>
            </a:r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BA7A53A0-8A10-8775-7A1E-005D5554EC7D}"/>
              </a:ext>
            </a:extLst>
          </p:cNvPr>
          <p:cNvSpPr/>
          <p:nvPr/>
        </p:nvSpPr>
        <p:spPr>
          <a:xfrm flipH="1">
            <a:off x="9706492" y="4496119"/>
            <a:ext cx="2712334" cy="2383312"/>
          </a:xfrm>
          <a:prstGeom prst="rt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C77522-58CE-857E-E241-2B90B68A483E}"/>
              </a:ext>
            </a:extLst>
          </p:cNvPr>
          <p:cNvSpPr txBox="1"/>
          <p:nvPr/>
        </p:nvSpPr>
        <p:spPr>
          <a:xfrm>
            <a:off x="10283280" y="5825374"/>
            <a:ext cx="21189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Times New Roman"/>
                <a:ea typeface="+mn-ea"/>
                <a:cs typeface="Times New Roman"/>
              </a:rPr>
              <a:t>Speaker:</a:t>
            </a:r>
          </a:p>
          <a:p>
            <a:pPr algn="ctr">
              <a:defRPr/>
            </a:pPr>
            <a:r>
              <a:rPr lang="en-US" sz="2000">
                <a:solidFill>
                  <a:prstClr val="white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Jackson Wallace</a:t>
            </a:r>
            <a:endParaRPr lang="en-US">
              <a:solidFill>
                <a:prstClr val="white"/>
              </a:solidFill>
            </a:endParaRPr>
          </a:p>
        </p:txBody>
      </p:sp>
      <p:pic>
        <p:nvPicPr>
          <p:cNvPr id="29" name="Picture 4">
            <a:extLst>
              <a:ext uri="{FF2B5EF4-FFF2-40B4-BE49-F238E27FC236}">
                <a16:creationId xmlns:a16="http://schemas.microsoft.com/office/drawing/2014/main" id="{189BF5DC-CD71-292A-8967-DA073E373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217398" y="545125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A screen shot of a graph&#10;&#10;AI-generated content may be incorrect.">
            <a:extLst>
              <a:ext uri="{FF2B5EF4-FFF2-40B4-BE49-F238E27FC236}">
                <a16:creationId xmlns:a16="http://schemas.microsoft.com/office/drawing/2014/main" id="{0073D4AA-CD6F-8D6F-843D-D104BFF0E86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628780" y="3696915"/>
            <a:ext cx="4866294" cy="2476791"/>
          </a:xfrm>
          <a:prstGeom prst="rect">
            <a:avLst/>
          </a:prstGeom>
          <a:ln w="57150" cmpd="thinThick">
            <a:solidFill>
              <a:srgbClr val="8AB3D2"/>
            </a:solidFill>
          </a:ln>
        </p:spPr>
      </p:pic>
    </p:spTree>
    <p:extLst>
      <p:ext uri="{BB962C8B-B14F-4D97-AF65-F5344CB8AC3E}">
        <p14:creationId xmlns:p14="http://schemas.microsoft.com/office/powerpoint/2010/main" val="2476117385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63000">
              <a:srgbClr val="030D27"/>
            </a:gs>
            <a:gs pos="100000">
              <a:srgbClr val="080D03"/>
            </a:gs>
          </a:gsLst>
          <a:lin ang="5400012" scaled="0"/>
        </a:gradFill>
        <a:effectLst/>
      </p:bgPr>
    </p:bg>
    <p:spTree>
      <p:nvGrpSpPr>
        <p:cNvPr id="1" name="Shape 691">
          <a:extLst>
            <a:ext uri="{FF2B5EF4-FFF2-40B4-BE49-F238E27FC236}">
              <a16:creationId xmlns:a16="http://schemas.microsoft.com/office/drawing/2014/main" id="{8111F480-AE1D-16E9-E605-A5AFABAAF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121E488C-0A27-25A4-5334-EAC780104771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BF4393A-C2C6-CEC0-C13B-263B4BB22068}"/>
              </a:ext>
            </a:extLst>
          </p:cNvPr>
          <p:cNvSpPr/>
          <p:nvPr/>
        </p:nvSpPr>
        <p:spPr>
          <a:xfrm>
            <a:off x="-147858" y="57851"/>
            <a:ext cx="12577153" cy="6858000"/>
          </a:xfrm>
          <a:prstGeom prst="rect">
            <a:avLst/>
          </a:prstGeom>
          <a:gradFill flip="none" rotWithShape="1">
            <a:gsLst>
              <a:gs pos="0">
                <a:srgbClr val="14308A">
                  <a:alpha val="24706"/>
                </a:srgbClr>
              </a:gs>
              <a:gs pos="33000">
                <a:srgbClr val="122052">
                  <a:alpha val="24706"/>
                </a:srgbClr>
              </a:gs>
              <a:gs pos="77000">
                <a:srgbClr val="0F4134">
                  <a:alpha val="2470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29639E-19D6-FB33-30BE-6CFE3B986A00}"/>
              </a:ext>
            </a:extLst>
          </p:cNvPr>
          <p:cNvSpPr txBox="1"/>
          <p:nvPr/>
        </p:nvSpPr>
        <p:spPr>
          <a:xfrm>
            <a:off x="77408" y="58063"/>
            <a:ext cx="304892" cy="37965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50" b="0" i="0" u="none" strike="noStrike" kern="0" cap="none" spc="0" normalizeH="0" baseline="0" noProof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Arial"/>
              </a:rPr>
              <a:t>4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35FA1CA8-1065-2364-0580-1135F0DF8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1736B251-3914-7469-7F9B-00B1D40E0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1E2797-61D4-4488-DAB3-ED3333D4C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15478" flipV="1">
            <a:off x="-513192" y="5576731"/>
            <a:ext cx="3837089" cy="55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01385071-C696-832A-ABD0-497F805EA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237717" flipV="1">
            <a:off x="9118319" y="859561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09812AA4-D9D2-D6AB-693C-A2B8B2C28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063092" y="5566953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47F410-3DD5-5FF9-CD14-F0AAC74D3984}"/>
              </a:ext>
            </a:extLst>
          </p:cNvPr>
          <p:cNvSpPr txBox="1"/>
          <p:nvPr/>
        </p:nvSpPr>
        <p:spPr>
          <a:xfrm>
            <a:off x="2586898" y="740198"/>
            <a:ext cx="7018205" cy="6924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/>
            </a:pPr>
            <a:r>
              <a:rPr lang="en-US" sz="3900">
                <a:solidFill>
                  <a:prstClr val="white"/>
                </a:solidFill>
                <a:latin typeface="Times New Roman"/>
                <a:cs typeface="Times New Roman"/>
              </a:rPr>
              <a:t>Team</a:t>
            </a:r>
            <a:r>
              <a:rPr kumimoji="0" lang="en-US" sz="3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Contributions</a:t>
            </a:r>
            <a:r>
              <a:rPr lang="en-US" sz="3900">
                <a:solidFill>
                  <a:prstClr val="white"/>
                </a:solidFill>
                <a:latin typeface="Times New Roman"/>
                <a:cs typeface="Times New Roman"/>
              </a:rPr>
              <a:t> – Ansel </a:t>
            </a:r>
            <a:endParaRPr kumimoji="0" lang="en-US" sz="3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22" name="Google Shape;931;p76">
            <a:extLst>
              <a:ext uri="{FF2B5EF4-FFF2-40B4-BE49-F238E27FC236}">
                <a16:creationId xmlns:a16="http://schemas.microsoft.com/office/drawing/2014/main" id="{5B093B01-FDAD-DDDE-AE8A-3922CD755117}"/>
              </a:ext>
            </a:extLst>
          </p:cNvPr>
          <p:cNvSpPr/>
          <p:nvPr/>
        </p:nvSpPr>
        <p:spPr>
          <a:xfrm>
            <a:off x="2155371" y="760538"/>
            <a:ext cx="7823516" cy="692498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666666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pic>
        <p:nvPicPr>
          <p:cNvPr id="5" name="Google Shape;904;p50">
            <a:extLst>
              <a:ext uri="{FF2B5EF4-FFF2-40B4-BE49-F238E27FC236}">
                <a16:creationId xmlns:a16="http://schemas.microsoft.com/office/drawing/2014/main" id="{84F63EF9-BAF0-CAAE-3389-1596D330C618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prstClr val="black"/>
              <a:srgbClr val="0070C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rot="1519534">
            <a:off x="-2762914" y="-1178952"/>
            <a:ext cx="6225719" cy="9577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04;p50">
            <a:extLst>
              <a:ext uri="{FF2B5EF4-FFF2-40B4-BE49-F238E27FC236}">
                <a16:creationId xmlns:a16="http://schemas.microsoft.com/office/drawing/2014/main" id="{45B8FE21-7657-6610-DA33-E38B3F4DFB06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prstClr val="black"/>
              <a:srgbClr val="0070C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rot="20080466" flipH="1">
            <a:off x="8558490" y="-1588523"/>
            <a:ext cx="6225719" cy="957753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CCCA5A7-4BE7-FF26-CCBD-571A0FB58093}"/>
              </a:ext>
            </a:extLst>
          </p:cNvPr>
          <p:cNvSpPr txBox="1"/>
          <p:nvPr/>
        </p:nvSpPr>
        <p:spPr>
          <a:xfrm>
            <a:off x="3360738" y="1362238"/>
            <a:ext cx="5559959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endParaRPr lang="en-US" sz="24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schemeClr val="bg1"/>
                </a:solidFill>
                <a:latin typeface="Times New Roman"/>
                <a:cs typeface="Times New Roman"/>
              </a:rPr>
              <a:t>Reviewed Game engine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schemeClr val="bg1"/>
                </a:solidFill>
                <a:latin typeface="Times New Roman"/>
                <a:cs typeface="Times New Roman"/>
              </a:rPr>
              <a:t>Built platformer physics and stacking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schemeClr val="bg1"/>
                </a:solidFill>
                <a:latin typeface="Times New Roman"/>
                <a:cs typeface="Times New Roman"/>
              </a:rPr>
              <a:t>Connected the physics to the multiplayer server for controlling movement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schemeClr val="bg1"/>
                </a:solidFill>
                <a:latin typeface="Times New Roman"/>
                <a:cs typeface="Times New Roman"/>
              </a:rPr>
              <a:t>Groundwork for client-side prediction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endParaRPr lang="en-US" sz="2400">
              <a:solidFill>
                <a:prstClr val="white"/>
              </a:solidFill>
              <a:latin typeface="Times New Roman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0FF21-D86A-DC2A-07BA-180AE46DCF89}"/>
              </a:ext>
            </a:extLst>
          </p:cNvPr>
          <p:cNvSpPr txBox="1"/>
          <p:nvPr/>
        </p:nvSpPr>
        <p:spPr>
          <a:xfrm>
            <a:off x="87740" y="55480"/>
            <a:ext cx="421910" cy="37702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850" kern="0">
                <a:solidFill>
                  <a:srgbClr val="E8E8E8"/>
                </a:solidFill>
                <a:latin typeface="Times New Roman"/>
                <a:cs typeface="Times New Roman"/>
              </a:rPr>
              <a:t>10</a:t>
            </a:r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E85EEC8C-2814-C367-48D5-8A45E07FA354}"/>
              </a:ext>
            </a:extLst>
          </p:cNvPr>
          <p:cNvSpPr/>
          <p:nvPr/>
        </p:nvSpPr>
        <p:spPr>
          <a:xfrm flipH="1">
            <a:off x="9706492" y="4496119"/>
            <a:ext cx="2712334" cy="2383312"/>
          </a:xfrm>
          <a:prstGeom prst="rt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9E3126-4C80-EB8F-0822-980089F91B8C}"/>
              </a:ext>
            </a:extLst>
          </p:cNvPr>
          <p:cNvSpPr txBox="1"/>
          <p:nvPr/>
        </p:nvSpPr>
        <p:spPr>
          <a:xfrm>
            <a:off x="10305051" y="5792717"/>
            <a:ext cx="21189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Times New Roman"/>
                <a:ea typeface="+mn-ea"/>
                <a:cs typeface="Times New Roman"/>
              </a:rPr>
              <a:t>Speaker:</a:t>
            </a:r>
          </a:p>
          <a:p>
            <a:pPr algn="ctr">
              <a:defRPr/>
            </a:pPr>
            <a:r>
              <a:rPr lang="en-US" sz="2000">
                <a:solidFill>
                  <a:prstClr val="white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Ansel Stinnett</a:t>
            </a:r>
          </a:p>
        </p:txBody>
      </p:sp>
      <p:pic>
        <p:nvPicPr>
          <p:cNvPr id="29" name="Picture 4">
            <a:extLst>
              <a:ext uri="{FF2B5EF4-FFF2-40B4-BE49-F238E27FC236}">
                <a16:creationId xmlns:a16="http://schemas.microsoft.com/office/drawing/2014/main" id="{CF4BD7BE-3727-AF65-8994-19558647C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217398" y="545125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DACC7C-E272-FEF7-3D53-34BC222F0B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7562" y="3784915"/>
            <a:ext cx="4756877" cy="2304520"/>
          </a:xfrm>
          <a:prstGeom prst="rect">
            <a:avLst/>
          </a:prstGeom>
          <a:ln w="57150" cmpd="thinThick">
            <a:solidFill>
              <a:srgbClr val="8AB3D2"/>
            </a:solidFill>
          </a:ln>
        </p:spPr>
      </p:pic>
    </p:spTree>
    <p:extLst>
      <p:ext uri="{BB962C8B-B14F-4D97-AF65-F5344CB8AC3E}">
        <p14:creationId xmlns:p14="http://schemas.microsoft.com/office/powerpoint/2010/main" val="549520586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63000">
              <a:srgbClr val="030D27"/>
            </a:gs>
            <a:gs pos="100000">
              <a:srgbClr val="080D03"/>
            </a:gs>
          </a:gsLst>
          <a:lin ang="5400012" scaled="0"/>
        </a:gradFill>
        <a:effectLst/>
      </p:bgPr>
    </p:bg>
    <p:spTree>
      <p:nvGrpSpPr>
        <p:cNvPr id="1" name="Shape 691">
          <a:extLst>
            <a:ext uri="{FF2B5EF4-FFF2-40B4-BE49-F238E27FC236}">
              <a16:creationId xmlns:a16="http://schemas.microsoft.com/office/drawing/2014/main" id="{3F808F5F-4347-DD35-7BAE-162184646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FB4B119A-5CAB-EF62-9AE9-A92612A674D7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14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91193D9-31E2-6B28-059E-C07CC11017C0}"/>
              </a:ext>
            </a:extLst>
          </p:cNvPr>
          <p:cNvSpPr/>
          <p:nvPr/>
        </p:nvSpPr>
        <p:spPr>
          <a:xfrm>
            <a:off x="-346075" y="102616"/>
            <a:ext cx="12577153" cy="6858000"/>
          </a:xfrm>
          <a:prstGeom prst="rect">
            <a:avLst/>
          </a:prstGeom>
          <a:gradFill flip="none" rotWithShape="1">
            <a:gsLst>
              <a:gs pos="0">
                <a:srgbClr val="14308A">
                  <a:alpha val="24706"/>
                </a:srgbClr>
              </a:gs>
              <a:gs pos="33000">
                <a:srgbClr val="122052">
                  <a:alpha val="24706"/>
                </a:srgbClr>
              </a:gs>
              <a:gs pos="77000">
                <a:srgbClr val="0F4134">
                  <a:alpha val="2470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11" name="Google Shape;1002;p76">
            <a:extLst>
              <a:ext uri="{FF2B5EF4-FFF2-40B4-BE49-F238E27FC236}">
                <a16:creationId xmlns:a16="http://schemas.microsoft.com/office/drawing/2014/main" id="{89B911DD-C63A-CCA8-05EC-5331307FF71C}"/>
              </a:ext>
            </a:extLst>
          </p:cNvPr>
          <p:cNvPicPr preferRelativeResize="0"/>
          <p:nvPr/>
        </p:nvPicPr>
        <p:blipFill>
          <a:blip r:embed="rId5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 flipH="1">
            <a:off x="5483663" y="-6389971"/>
            <a:ext cx="617791" cy="13744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02;p76">
            <a:extLst>
              <a:ext uri="{FF2B5EF4-FFF2-40B4-BE49-F238E27FC236}">
                <a16:creationId xmlns:a16="http://schemas.microsoft.com/office/drawing/2014/main" id="{ED3B7853-5320-49B5-2375-D4C91C51549B}"/>
              </a:ext>
            </a:extLst>
          </p:cNvPr>
          <p:cNvPicPr preferRelativeResize="0"/>
          <p:nvPr/>
        </p:nvPicPr>
        <p:blipFill>
          <a:blip r:embed="rId5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 flipH="1">
            <a:off x="5634641" y="-465423"/>
            <a:ext cx="617791" cy="13744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451;p54">
            <a:extLst>
              <a:ext uri="{FF2B5EF4-FFF2-40B4-BE49-F238E27FC236}">
                <a16:creationId xmlns:a16="http://schemas.microsoft.com/office/drawing/2014/main" id="{395D9E6D-EF02-6900-2DA5-4E7981666BC3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7633280">
            <a:off x="-1108025" y="-577577"/>
            <a:ext cx="3888327" cy="310056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580;p70">
            <a:extLst>
              <a:ext uri="{FF2B5EF4-FFF2-40B4-BE49-F238E27FC236}">
                <a16:creationId xmlns:a16="http://schemas.microsoft.com/office/drawing/2014/main" id="{23026317-9B9F-3BCC-8EF5-F132515A2556}"/>
              </a:ext>
            </a:extLst>
          </p:cNvPr>
          <p:cNvSpPr txBox="1">
            <a:spLocks/>
          </p:cNvSpPr>
          <p:nvPr/>
        </p:nvSpPr>
        <p:spPr>
          <a:xfrm>
            <a:off x="1417677" y="749146"/>
            <a:ext cx="9356649" cy="858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Play"/>
              <a:buNone/>
              <a:tabLst/>
              <a:defRPr/>
            </a:pPr>
            <a:r>
              <a:rPr kumimoji="0" lang="en-US" sz="3850" b="0" i="0" u="none" strike="noStrike" kern="0" cap="none" spc="0" normalizeH="0" baseline="0" noProof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Times New Roman"/>
                <a:cs typeface="Times New Roman"/>
                <a:sym typeface="Play"/>
              </a:rPr>
              <a:t>Lessons Learned &amp; Upcoming</a:t>
            </a:r>
          </a:p>
        </p:txBody>
      </p:sp>
      <p:pic>
        <p:nvPicPr>
          <p:cNvPr id="23" name="Google Shape;451;p54">
            <a:extLst>
              <a:ext uri="{FF2B5EF4-FFF2-40B4-BE49-F238E27FC236}">
                <a16:creationId xmlns:a16="http://schemas.microsoft.com/office/drawing/2014/main" id="{4A3A895A-F1E7-1B87-0BB0-4F5E1E8DB1AE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1414031">
            <a:off x="-526487" y="4856554"/>
            <a:ext cx="3888327" cy="3100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451;p54">
            <a:extLst>
              <a:ext uri="{FF2B5EF4-FFF2-40B4-BE49-F238E27FC236}">
                <a16:creationId xmlns:a16="http://schemas.microsoft.com/office/drawing/2014/main" id="{499094BE-69CD-744C-D7D7-36ECA4E4CD89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7633280">
            <a:off x="-2088627" y="-1151267"/>
            <a:ext cx="3888327" cy="3100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451;p54">
            <a:extLst>
              <a:ext uri="{FF2B5EF4-FFF2-40B4-BE49-F238E27FC236}">
                <a16:creationId xmlns:a16="http://schemas.microsoft.com/office/drawing/2014/main" id="{A5D8CFE2-026B-95A8-D25D-4243E4187116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1414031">
            <a:off x="-1256797" y="5707258"/>
            <a:ext cx="3888327" cy="3100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451;p54">
            <a:extLst>
              <a:ext uri="{FF2B5EF4-FFF2-40B4-BE49-F238E27FC236}">
                <a16:creationId xmlns:a16="http://schemas.microsoft.com/office/drawing/2014/main" id="{072111E8-0C9D-BD3B-0839-2039749DDF9D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995075">
            <a:off x="9193165" y="-829982"/>
            <a:ext cx="3888327" cy="3100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451;p54">
            <a:extLst>
              <a:ext uri="{FF2B5EF4-FFF2-40B4-BE49-F238E27FC236}">
                <a16:creationId xmlns:a16="http://schemas.microsoft.com/office/drawing/2014/main" id="{62B2DECA-5427-0D03-E987-8B51C072E1FF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995075">
            <a:off x="10102729" y="-1666110"/>
            <a:ext cx="3888327" cy="3100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451;p54">
            <a:extLst>
              <a:ext uri="{FF2B5EF4-FFF2-40B4-BE49-F238E27FC236}">
                <a16:creationId xmlns:a16="http://schemas.microsoft.com/office/drawing/2014/main" id="{826FBF4B-D67F-A729-7B8B-4B4379F78D89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6734224">
            <a:off x="9426096" y="4492310"/>
            <a:ext cx="3888327" cy="3100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451;p54">
            <a:extLst>
              <a:ext uri="{FF2B5EF4-FFF2-40B4-BE49-F238E27FC236}">
                <a16:creationId xmlns:a16="http://schemas.microsoft.com/office/drawing/2014/main" id="{A7D72F32-00C9-D5E3-AF8D-996685549443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6734224">
            <a:off x="10397447" y="4917400"/>
            <a:ext cx="3888327" cy="310056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931;p76">
            <a:extLst>
              <a:ext uri="{FF2B5EF4-FFF2-40B4-BE49-F238E27FC236}">
                <a16:creationId xmlns:a16="http://schemas.microsoft.com/office/drawing/2014/main" id="{210593E8-02F3-87B3-1AF3-928E195FA1F3}"/>
              </a:ext>
            </a:extLst>
          </p:cNvPr>
          <p:cNvSpPr/>
          <p:nvPr/>
        </p:nvSpPr>
        <p:spPr>
          <a:xfrm>
            <a:off x="1857154" y="748925"/>
            <a:ext cx="8548577" cy="809003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BE3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666666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A66D23-B0DC-5F9E-6A2C-127D7982372B}"/>
              </a:ext>
            </a:extLst>
          </p:cNvPr>
          <p:cNvSpPr txBox="1"/>
          <p:nvPr/>
        </p:nvSpPr>
        <p:spPr>
          <a:xfrm>
            <a:off x="2149744" y="1441969"/>
            <a:ext cx="7917948" cy="418576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">
              <a:spcAft>
                <a:spcPts val="1200"/>
              </a:spcAft>
              <a:buClr>
                <a:srgbClr val="F3F3F3"/>
              </a:buClr>
              <a:buSzPct val="80000"/>
              <a:defRPr/>
            </a:pPr>
            <a:endParaRPr lang="en-US" sz="2400" b="1" dirty="0">
              <a:solidFill>
                <a:srgbClr val="F3F3F3"/>
              </a:solidFill>
              <a:latin typeface="Times New Roman"/>
              <a:ea typeface="+mn-lt"/>
              <a:cs typeface="Times New Roman"/>
            </a:endParaRPr>
          </a:p>
          <a:p>
            <a:pPr marL="388620" indent="-342900">
              <a:spcAft>
                <a:spcPts val="1200"/>
              </a:spcAft>
              <a:buClr>
                <a:srgbClr val="F3F3F3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Lobby and room system from Iteration 1 carried straight into Physio Park which allowed for focus on gameplay</a:t>
            </a:r>
          </a:p>
          <a:p>
            <a:pPr marL="845820" lvl="1" indent="-342900">
              <a:spcAft>
                <a:spcPts val="1200"/>
              </a:spcAft>
              <a:buClr>
                <a:srgbClr val="F3F3F3"/>
              </a:buClr>
              <a:buSzPct val="80000"/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Phaser/Typescript technical learning</a:t>
            </a:r>
          </a:p>
          <a:p>
            <a:pPr marL="388620" indent="-342900">
              <a:spcAft>
                <a:spcPts val="1200"/>
              </a:spcAft>
              <a:buClr>
                <a:srgbClr val="F3F3F3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PBIs help build in parallel, but coordinating early can help merge order in the future.</a:t>
            </a:r>
          </a:p>
          <a:p>
            <a:pPr marL="388620" indent="-342900">
              <a:spcAft>
                <a:spcPts val="1200"/>
              </a:spcAft>
              <a:buClr>
                <a:srgbClr val="F3F3F3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Running the physics on the server keeps player in sync &amp; EMG input needed tuning</a:t>
            </a:r>
          </a:p>
          <a:p>
            <a:pPr marL="388620" indent="-342900">
              <a:spcAft>
                <a:spcPts val="1200"/>
              </a:spcAft>
              <a:buClr>
                <a:srgbClr val="F3F3F3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lang="en-US" sz="2400" dirty="0">
              <a:solidFill>
                <a:srgbClr val="F3F3F3"/>
              </a:solidFill>
              <a:latin typeface="Times New Roman"/>
              <a:ea typeface="+mn-lt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73E760-D49E-2A53-ED03-9923265F216F}"/>
              </a:ext>
            </a:extLst>
          </p:cNvPr>
          <p:cNvSpPr txBox="1"/>
          <p:nvPr/>
        </p:nvSpPr>
        <p:spPr>
          <a:xfrm>
            <a:off x="101472" y="209187"/>
            <a:ext cx="421910" cy="37702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US" sz="1850" kern="0">
                <a:solidFill>
                  <a:srgbClr val="010203"/>
                </a:solidFill>
                <a:latin typeface="Times New Roman"/>
                <a:cs typeface="Times New Roman"/>
              </a:rPr>
              <a:t>11</a:t>
            </a:r>
            <a:endParaRPr lang="en-US" sz="1850" b="0" i="0" u="none" strike="noStrike" kern="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C69FA250-22EB-B62D-A5B1-08F7BD6E6375}"/>
              </a:ext>
            </a:extLst>
          </p:cNvPr>
          <p:cNvSpPr/>
          <p:nvPr/>
        </p:nvSpPr>
        <p:spPr>
          <a:xfrm flipH="1">
            <a:off x="9706492" y="4530844"/>
            <a:ext cx="2712334" cy="2383312"/>
          </a:xfrm>
          <a:prstGeom prst="rtTriangle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>
                <a:shade val="1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729BAB-482B-5485-6460-906771034D9A}"/>
              </a:ext>
            </a:extLst>
          </p:cNvPr>
          <p:cNvSpPr txBox="1"/>
          <p:nvPr/>
        </p:nvSpPr>
        <p:spPr>
          <a:xfrm>
            <a:off x="10373421" y="5861117"/>
            <a:ext cx="21189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defRPr/>
            </a:pPr>
            <a:r>
              <a:rPr lang="en-US" sz="2000">
                <a:solidFill>
                  <a:prstClr val="white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Speaker:</a:t>
            </a:r>
          </a:p>
          <a:p>
            <a:pPr algn="ctr">
              <a:defRPr/>
            </a:pPr>
            <a:r>
              <a:rPr lang="en-US" sz="2000">
                <a:solidFill>
                  <a:prstClr val="white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Ansel Stinnett</a:t>
            </a: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D7FED8D6-CCC7-FE4E-66E2-DFB3E7ED8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rgbClr val="156082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063092" y="5566953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F8196C-9EAD-CF18-FC69-01DDF3914FEE}"/>
              </a:ext>
            </a:extLst>
          </p:cNvPr>
          <p:cNvSpPr txBox="1"/>
          <p:nvPr/>
        </p:nvSpPr>
        <p:spPr>
          <a:xfrm>
            <a:off x="2167679" y="1953952"/>
            <a:ext cx="7109873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8620" indent="-342900">
              <a:spcAft>
                <a:spcPts val="1200"/>
              </a:spcAft>
              <a:buClr>
                <a:srgbClr val="F3F3F3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sz="2400" b="1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Iteration 3:</a:t>
            </a:r>
          </a:p>
          <a:p>
            <a:pPr marL="845820" lvl="1" indent="-342900">
              <a:spcAft>
                <a:spcPts val="600"/>
              </a:spcAft>
              <a:buClr>
                <a:srgbClr val="F3F3F3"/>
              </a:buClr>
              <a:buSzPct val="80000"/>
              <a:buFont typeface="Courier New" panose="02070309020205020404" pitchFamily="49" charset="0"/>
              <a:buChar char="o"/>
              <a:defRPr/>
            </a:pPr>
            <a:r>
              <a:rPr lang="en-US" sz="2400" b="1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240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Client-side prediction (for smoother movement)</a:t>
            </a:r>
          </a:p>
          <a:p>
            <a:pPr marL="845820" lvl="1" indent="-342900">
              <a:spcAft>
                <a:spcPts val="600"/>
              </a:spcAft>
              <a:buClr>
                <a:srgbClr val="F3F3F3"/>
              </a:buClr>
              <a:buSzPct val="80000"/>
              <a:buFont typeface="Courier New" panose="02070309020205020404" pitchFamily="49" charset="0"/>
              <a:buChar char="o"/>
              <a:defRPr/>
            </a:pPr>
            <a:r>
              <a:rPr lang="en-US" sz="240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Add more levels</a:t>
            </a:r>
          </a:p>
          <a:p>
            <a:pPr marL="845820" lvl="1" indent="-342900">
              <a:spcAft>
                <a:spcPts val="600"/>
              </a:spcAft>
              <a:buClr>
                <a:srgbClr val="F3F3F3"/>
              </a:buClr>
              <a:buSzPct val="80000"/>
              <a:buFont typeface="Courier New" panose="02070309020205020404" pitchFamily="49" charset="0"/>
              <a:buChar char="o"/>
              <a:defRPr/>
            </a:pPr>
            <a:r>
              <a:rPr lang="en-US" sz="240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Improve sensor reliability</a:t>
            </a:r>
          </a:p>
          <a:p>
            <a:pPr marL="845820" lvl="1" indent="-342900">
              <a:spcAft>
                <a:spcPts val="600"/>
              </a:spcAft>
              <a:buClr>
                <a:srgbClr val="F3F3F3"/>
              </a:buClr>
              <a:buSzPct val="80000"/>
              <a:buFont typeface="Courier New" panose="02070309020205020404" pitchFamily="49" charset="0"/>
              <a:buChar char="o"/>
              <a:defRPr/>
            </a:pPr>
            <a:r>
              <a:rPr lang="en-US" sz="240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Play-test with more (8) players.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798A0B-5F17-B70E-52C8-11373A1AFFD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7143" l="9756" r="89024">
                        <a14:foregroundMark x1="48780" y1="90000" x2="59756" y2="97143"/>
                        <a14:foregroundMark x1="81707" y1="37143" x2="86585" y2="557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42353" y="5177225"/>
            <a:ext cx="1361128" cy="116193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80E82E5-808A-EF16-F2BC-B5F629770FAE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7143" l="9756" r="89024">
                        <a14:foregroundMark x1="48780" y1="90000" x2="59756" y2="97143"/>
                        <a14:foregroundMark x1="81707" y1="37143" x2="86585" y2="557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6593905" y="5175831"/>
            <a:ext cx="1361128" cy="116193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205185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63000">
              <a:srgbClr val="030D27"/>
            </a:gs>
            <a:gs pos="100000">
              <a:srgbClr val="080D03"/>
            </a:gs>
          </a:gsLst>
          <a:lin ang="5400012" scaled="0"/>
        </a:gradFill>
        <a:effectLst/>
      </p:bgPr>
    </p:bg>
    <p:spTree>
      <p:nvGrpSpPr>
        <p:cNvPr id="1" name="Shape 691">
          <a:extLst>
            <a:ext uri="{FF2B5EF4-FFF2-40B4-BE49-F238E27FC236}">
              <a16:creationId xmlns:a16="http://schemas.microsoft.com/office/drawing/2014/main" id="{BC5BF45E-CD78-89F8-5C0B-CFA596812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210823D1-F2CA-B99E-8E57-9F2117BC464C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664AA48-CAAA-FB64-AE23-E17BC92562C1}"/>
              </a:ext>
            </a:extLst>
          </p:cNvPr>
          <p:cNvSpPr txBox="1"/>
          <p:nvPr/>
        </p:nvSpPr>
        <p:spPr>
          <a:xfrm>
            <a:off x="77408" y="58063"/>
            <a:ext cx="304892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C93279-BB5E-5379-25DF-ABA825B08979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119" y="-21431"/>
            <a:ext cx="123122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4F0938-D1DF-9397-C572-FEF9B176481F}"/>
              </a:ext>
            </a:extLst>
          </p:cNvPr>
          <p:cNvSpPr/>
          <p:nvPr/>
        </p:nvSpPr>
        <p:spPr>
          <a:xfrm>
            <a:off x="-97982" y="-21431"/>
            <a:ext cx="12577153" cy="6858000"/>
          </a:xfrm>
          <a:prstGeom prst="rect">
            <a:avLst/>
          </a:prstGeom>
          <a:gradFill flip="none" rotWithShape="1">
            <a:gsLst>
              <a:gs pos="0">
                <a:srgbClr val="14308A">
                  <a:alpha val="24706"/>
                </a:srgbClr>
              </a:gs>
              <a:gs pos="33000">
                <a:srgbClr val="122052">
                  <a:alpha val="24706"/>
                </a:srgbClr>
              </a:gs>
              <a:gs pos="77000">
                <a:srgbClr val="0F4134">
                  <a:alpha val="2470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39AC1A8C-0CDF-ECA3-AEE0-013952E28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5CB0234C-4849-39E2-17A2-A489AB332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6F3E4F-EEA9-F809-FB99-009477CB0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15478" flipV="1">
            <a:off x="-513192" y="5576731"/>
            <a:ext cx="3837089" cy="55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93B1298B-C5AB-2D31-B314-E2ECE62DE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237717" flipV="1">
            <a:off x="9118319" y="859561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160D032F-A95C-2B46-C107-DE8A50331688}"/>
              </a:ext>
            </a:extLst>
          </p:cNvPr>
          <p:cNvSpPr txBox="1"/>
          <p:nvPr/>
        </p:nvSpPr>
        <p:spPr>
          <a:xfrm>
            <a:off x="3251129" y="761628"/>
            <a:ext cx="5437365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AI Usage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2" name="Google Shape;931;p76">
            <a:extLst>
              <a:ext uri="{FF2B5EF4-FFF2-40B4-BE49-F238E27FC236}">
                <a16:creationId xmlns:a16="http://schemas.microsoft.com/office/drawing/2014/main" id="{CF8E3A5C-1256-4E82-9E27-E8A8AC2592B2}"/>
              </a:ext>
            </a:extLst>
          </p:cNvPr>
          <p:cNvSpPr/>
          <p:nvPr/>
        </p:nvSpPr>
        <p:spPr>
          <a:xfrm>
            <a:off x="1836595" y="734707"/>
            <a:ext cx="8443587" cy="774931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666666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4A9AAC-302B-3E45-7548-A1FC61C0FEFB}"/>
              </a:ext>
            </a:extLst>
          </p:cNvPr>
          <p:cNvSpPr txBox="1"/>
          <p:nvPr/>
        </p:nvSpPr>
        <p:spPr>
          <a:xfrm>
            <a:off x="87740" y="55480"/>
            <a:ext cx="421910" cy="37702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US" sz="1850" kern="0">
                <a:solidFill>
                  <a:srgbClr val="E8E8E8"/>
                </a:solidFill>
                <a:latin typeface="Times New Roman"/>
                <a:cs typeface="Times New Roman"/>
              </a:rPr>
              <a:t>12</a:t>
            </a:r>
            <a:endParaRPr lang="en-US" sz="1850" b="0" i="0" u="none" strike="noStrike" kern="0" cap="none" spc="0" normalizeH="0" baseline="0" noProof="0">
              <a:ln>
                <a:noFill/>
              </a:ln>
              <a:solidFill>
                <a:srgbClr val="E8E8E8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B8A9F6-2A86-4E10-66F7-9FCC012A684A}"/>
              </a:ext>
            </a:extLst>
          </p:cNvPr>
          <p:cNvSpPr txBox="1"/>
          <p:nvPr/>
        </p:nvSpPr>
        <p:spPr>
          <a:xfrm>
            <a:off x="1355894" y="2475863"/>
            <a:ext cx="3301877" cy="23083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Documentation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endParaRPr lang="en-US" sz="2400">
              <a:solidFill>
                <a:prstClr val="white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Prototyping and code assistance </a:t>
            </a:r>
          </a:p>
          <a:p>
            <a:pPr>
              <a:defRPr/>
            </a:pPr>
            <a:endParaRPr lang="en-US" sz="2400">
              <a:solidFill>
                <a:prstClr val="white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Debugging</a:t>
            </a:r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6E4A41CF-84ED-6F87-7720-10399253326F}"/>
              </a:ext>
            </a:extLst>
          </p:cNvPr>
          <p:cNvSpPr/>
          <p:nvPr/>
        </p:nvSpPr>
        <p:spPr>
          <a:xfrm flipH="1">
            <a:off x="9706492" y="4496119"/>
            <a:ext cx="2712334" cy="2383312"/>
          </a:xfrm>
          <a:prstGeom prst="rt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B78E5D-2E47-369A-F9EC-5D889E213AAA}"/>
              </a:ext>
            </a:extLst>
          </p:cNvPr>
          <p:cNvSpPr txBox="1"/>
          <p:nvPr/>
        </p:nvSpPr>
        <p:spPr>
          <a:xfrm>
            <a:off x="10299908" y="5774741"/>
            <a:ext cx="21189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Times New Roman"/>
                <a:ea typeface="+mn-ea"/>
                <a:cs typeface="Times New Roman"/>
              </a:rPr>
              <a:t>Speaker</a:t>
            </a:r>
            <a:r>
              <a:rPr lang="en-US" sz="2000">
                <a:solidFill>
                  <a:prstClr val="white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:</a:t>
            </a:r>
          </a:p>
          <a:p>
            <a:pPr algn="ctr">
              <a:defRPr/>
            </a:pPr>
            <a:r>
              <a:rPr lang="en-US" sz="2000">
                <a:solidFill>
                  <a:prstClr val="white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James Adler</a:t>
            </a: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A1C32E0A-588E-469C-E6B8-25BFC73FD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063092" y="5566953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642FD6-3A9F-EA9B-0711-9923AB75EB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68389" y="2475863"/>
            <a:ext cx="5440938" cy="2448422"/>
          </a:xfrm>
          <a:prstGeom prst="rect">
            <a:avLst/>
          </a:prstGeom>
          <a:ln w="57150" cmpd="thinThick">
            <a:solidFill>
              <a:srgbClr val="8AB3D2"/>
            </a:solidFill>
          </a:ln>
        </p:spPr>
      </p:pic>
    </p:spTree>
    <p:extLst>
      <p:ext uri="{BB962C8B-B14F-4D97-AF65-F5344CB8AC3E}">
        <p14:creationId xmlns:p14="http://schemas.microsoft.com/office/powerpoint/2010/main" val="3876806396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63000">
              <a:srgbClr val="030D27"/>
            </a:gs>
            <a:gs pos="100000">
              <a:srgbClr val="080D03"/>
            </a:gs>
          </a:gsLst>
          <a:lin ang="5400012" scaled="0"/>
        </a:gradFill>
        <a:effectLst/>
      </p:bgPr>
    </p:bg>
    <p:spTree>
      <p:nvGrpSpPr>
        <p:cNvPr id="1" name="Shape 691">
          <a:extLst>
            <a:ext uri="{FF2B5EF4-FFF2-40B4-BE49-F238E27FC236}">
              <a16:creationId xmlns:a16="http://schemas.microsoft.com/office/drawing/2014/main" id="{7A36FD26-A71D-4C0C-6BC5-A7A3237D9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909D93B4-2D60-53B1-580F-5516986296C1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149F2B-8AE2-6945-13A9-953DC3E8FB7B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119" y="0"/>
            <a:ext cx="123122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D6341A6-DC5F-13A1-57CA-CDF90D0237F2}"/>
              </a:ext>
            </a:extLst>
          </p:cNvPr>
          <p:cNvSpPr/>
          <p:nvPr/>
        </p:nvSpPr>
        <p:spPr>
          <a:xfrm>
            <a:off x="-97982" y="-21431"/>
            <a:ext cx="12577153" cy="6858000"/>
          </a:xfrm>
          <a:prstGeom prst="rect">
            <a:avLst/>
          </a:prstGeom>
          <a:gradFill flip="none" rotWithShape="1">
            <a:gsLst>
              <a:gs pos="0">
                <a:srgbClr val="14308A">
                  <a:alpha val="24706"/>
                </a:srgbClr>
              </a:gs>
              <a:gs pos="27000">
                <a:srgbClr val="122052">
                  <a:alpha val="24706"/>
                </a:srgbClr>
              </a:gs>
              <a:gs pos="80000">
                <a:srgbClr val="1E8440">
                  <a:alpha val="24706"/>
                </a:srgbClr>
              </a:gs>
              <a:gs pos="61000">
                <a:srgbClr val="0F4134">
                  <a:alpha val="2470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D7F6ED-BA24-15BE-0E7A-F6495B1B3D3A}"/>
              </a:ext>
            </a:extLst>
          </p:cNvPr>
          <p:cNvSpPr/>
          <p:nvPr/>
        </p:nvSpPr>
        <p:spPr>
          <a:xfrm>
            <a:off x="0" y="1928813"/>
            <a:ext cx="11430001" cy="2957512"/>
          </a:xfrm>
          <a:prstGeom prst="rect">
            <a:avLst/>
          </a:prstGeom>
          <a:solidFill>
            <a:srgbClr val="28A4DC">
              <a:alpha val="9804"/>
            </a:srgb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8" name="Google Shape;1002;p76">
            <a:extLst>
              <a:ext uri="{FF2B5EF4-FFF2-40B4-BE49-F238E27FC236}">
                <a16:creationId xmlns:a16="http://schemas.microsoft.com/office/drawing/2014/main" id="{24B601B7-4713-E873-25C4-B4C9D8B107C1}"/>
              </a:ext>
            </a:extLst>
          </p:cNvPr>
          <p:cNvPicPr preferRelativeResize="0"/>
          <p:nvPr/>
        </p:nvPicPr>
        <p:blipFill>
          <a:blip r:embed="rId5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 flipH="1">
            <a:off x="5781972" y="-35403"/>
            <a:ext cx="65997" cy="1281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002;p76">
            <a:extLst>
              <a:ext uri="{FF2B5EF4-FFF2-40B4-BE49-F238E27FC236}">
                <a16:creationId xmlns:a16="http://schemas.microsoft.com/office/drawing/2014/main" id="{CBEBDED7-23E9-FBD6-3C8D-072AF593C063}"/>
              </a:ext>
            </a:extLst>
          </p:cNvPr>
          <p:cNvPicPr preferRelativeResize="0"/>
          <p:nvPr/>
        </p:nvPicPr>
        <p:blipFill>
          <a:blip r:embed="rId5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 flipH="1">
            <a:off x="5150520" y="-5423176"/>
            <a:ext cx="86532" cy="11840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CFCE7386-C257-AE35-25FB-A5E029BEA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A75A2F11-916B-937A-9175-470458912CC8}"/>
              </a:ext>
            </a:extLst>
          </p:cNvPr>
          <p:cNvGrpSpPr/>
          <p:nvPr/>
        </p:nvGrpSpPr>
        <p:grpSpPr>
          <a:xfrm>
            <a:off x="1760284" y="5680372"/>
            <a:ext cx="8860509" cy="668172"/>
            <a:chOff x="1075117" y="5770112"/>
            <a:chExt cx="8272047" cy="62379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AF580CA-DF3B-C98F-0025-7D12D6DE28E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rgbClr val="92D050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851850" y="5770112"/>
              <a:ext cx="495314" cy="55735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41BB424-D63B-F54E-7746-3CEFE2232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475407" y="5806518"/>
              <a:ext cx="495314" cy="557354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C6CAB69-5853-AD05-D5E9-85384089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856772" y="5806516"/>
              <a:ext cx="495314" cy="557353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BA60D0F-25B4-DC54-040B-73D03EF32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196621" y="5821043"/>
              <a:ext cx="495314" cy="557354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F0DFC11-7C96-FC52-592A-8DF6456D7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rgbClr val="FF0000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634334" y="5836554"/>
              <a:ext cx="495314" cy="557354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CF73FA3-7D21-DF67-1FF5-3E79CDE4745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rgbClr val="FFFF00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75117" y="5825885"/>
              <a:ext cx="495314" cy="557354"/>
            </a:xfrm>
            <a:prstGeom prst="rect">
              <a:avLst/>
            </a:prstGeom>
          </p:spPr>
        </p:pic>
      </p:grpSp>
      <p:pic>
        <p:nvPicPr>
          <p:cNvPr id="12" name="Google Shape;209;p29">
            <a:extLst>
              <a:ext uri="{FF2B5EF4-FFF2-40B4-BE49-F238E27FC236}">
                <a16:creationId xmlns:a16="http://schemas.microsoft.com/office/drawing/2014/main" id="{310EACF5-1128-7B5F-8698-FDC4C7F9BF30}"/>
              </a:ext>
            </a:extLst>
          </p:cNvPr>
          <p:cNvPicPr preferRelativeResize="0"/>
          <p:nvPr/>
        </p:nvPicPr>
        <p:blipFill>
          <a:blip r:embed="rId8">
            <a:alphaModFix/>
            <a:duotone>
              <a:prstClr val="black"/>
              <a:srgbClr val="0070C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9144000" y="-1"/>
            <a:ext cx="316823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1D741A2-E95F-41F3-6C33-110DA8E13DCE}"/>
              </a:ext>
            </a:extLst>
          </p:cNvPr>
          <p:cNvSpPr txBox="1"/>
          <p:nvPr/>
        </p:nvSpPr>
        <p:spPr>
          <a:xfrm>
            <a:off x="4222272" y="2937616"/>
            <a:ext cx="3438384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Times New Roman"/>
                <a:ea typeface="+mn-lt"/>
                <a:cs typeface="Times New Roman"/>
                <a:sym typeface="Arial"/>
              </a:rPr>
              <a:t>Questions?</a:t>
            </a:r>
            <a:endParaRPr kumimoji="0" lang="en-US" sz="5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73AA42-9EE7-B1C5-550E-E13B2BDDBEA4}"/>
              </a:ext>
            </a:extLst>
          </p:cNvPr>
          <p:cNvSpPr txBox="1"/>
          <p:nvPr/>
        </p:nvSpPr>
        <p:spPr>
          <a:xfrm>
            <a:off x="48455" y="106409"/>
            <a:ext cx="304892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1</a:t>
            </a:r>
          </a:p>
        </p:txBody>
      </p:sp>
      <p:pic>
        <p:nvPicPr>
          <p:cNvPr id="10" name="Google Shape;209;p29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6FCE463A-9A9E-B80D-BC9B-18E9BEE44D59}"/>
              </a:ext>
            </a:extLst>
          </p:cNvPr>
          <p:cNvPicPr preferRelativeResize="0"/>
          <p:nvPr/>
        </p:nvPicPr>
        <p:blipFill>
          <a:blip r:embed="rId8">
            <a:alphaModFix/>
            <a:duotone>
              <a:prstClr val="black"/>
              <a:srgbClr val="0070C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rot="10800000">
            <a:off x="-64577" y="-2"/>
            <a:ext cx="316823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575FCAAF-A976-87D6-3A39-645759D26C78}"/>
              </a:ext>
            </a:extLst>
          </p:cNvPr>
          <p:cNvSpPr/>
          <p:nvPr/>
        </p:nvSpPr>
        <p:spPr>
          <a:xfrm flipH="1">
            <a:off x="9706492" y="4496119"/>
            <a:ext cx="2712334" cy="2383312"/>
          </a:xfrm>
          <a:prstGeom prst="rt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4">
            <a:extLst>
              <a:ext uri="{FF2B5EF4-FFF2-40B4-BE49-F238E27FC236}">
                <a16:creationId xmlns:a16="http://schemas.microsoft.com/office/drawing/2014/main" id="{4C59A97C-432D-D580-0F2A-140F8609E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063092" y="5566953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016195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" presetID="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olar Panel Project Proposal XL by Slidesgo">
  <a:themeElements>
    <a:clrScheme name="Simple Light">
      <a:dk1>
        <a:srgbClr val="F3F3F3"/>
      </a:dk1>
      <a:lt1>
        <a:srgbClr val="010203"/>
      </a:lt1>
      <a:dk2>
        <a:srgbClr val="B7B7B7"/>
      </a:dk2>
      <a:lt2>
        <a:srgbClr val="2B2929"/>
      </a:lt2>
      <a:accent1>
        <a:srgbClr val="FFFFFF"/>
      </a:accent1>
      <a:accent2>
        <a:srgbClr val="66666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B7B7B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e0c6c21-6b5a-4795-83e2-a0c18b2f41f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0CEAC38D496A40AC5B705ADD84648D" ma:contentTypeVersion="15" ma:contentTypeDescription="Create a new document." ma:contentTypeScope="" ma:versionID="089082a7b3a0e71e76794d81d14cf7ae">
  <xsd:schema xmlns:xsd="http://www.w3.org/2001/XMLSchema" xmlns:xs="http://www.w3.org/2001/XMLSchema" xmlns:p="http://schemas.microsoft.com/office/2006/metadata/properties" xmlns:ns3="2e0c6c21-6b5a-4795-83e2-a0c18b2f41ff" xmlns:ns4="d3ea3f36-71c7-4425-9ffa-68be96e9c866" targetNamespace="http://schemas.microsoft.com/office/2006/metadata/properties" ma:root="true" ma:fieldsID="5465a9b12c568639d81cd98a794fe0da" ns3:_="" ns4:_="">
    <xsd:import namespace="2e0c6c21-6b5a-4795-83e2-a0c18b2f41ff"/>
    <xsd:import namespace="d3ea3f36-71c7-4425-9ffa-68be96e9c86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0c6c21-6b5a-4795-83e2-a0c18b2f41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ea3f36-71c7-4425-9ffa-68be96e9c86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7F71BA-1D23-4F35-B03F-D8CB84D620F4}">
  <ds:schemaRefs>
    <ds:schemaRef ds:uri="http://www.w3.org/XML/1998/namespace"/>
    <ds:schemaRef ds:uri="http://schemas.microsoft.com/office/2006/documentManagement/types"/>
    <ds:schemaRef ds:uri="d3ea3f36-71c7-4425-9ffa-68be96e9c866"/>
    <ds:schemaRef ds:uri="http://purl.org/dc/terms/"/>
    <ds:schemaRef ds:uri="2e0c6c21-6b5a-4795-83e2-a0c18b2f41ff"/>
    <ds:schemaRef ds:uri="http://purl.org/dc/elements/1.1/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3E90AA1D-D395-4C6D-B10D-2B5AA1F15D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D405F8-D43D-456C-A762-469FBEFC87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0c6c21-6b5a-4795-83e2-a0c18b2f41ff"/>
    <ds:schemaRef ds:uri="d3ea3f36-71c7-4425-9ffa-68be96e9c8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706</Words>
  <Application>Microsoft Office PowerPoint</Application>
  <PresentationFormat>Widescreen</PresentationFormat>
  <Paragraphs>150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Courier New</vt:lpstr>
      <vt:lpstr>Courier New,monospace</vt:lpstr>
      <vt:lpstr>Darker Grotesque Medium</vt:lpstr>
      <vt:lpstr>DM Sans</vt:lpstr>
      <vt:lpstr>Fira Sans Extra Condensed Medium</vt:lpstr>
      <vt:lpstr>Lato</vt:lpstr>
      <vt:lpstr>Orbitron</vt:lpstr>
      <vt:lpstr>Play</vt:lpstr>
      <vt:lpstr>Times New Roman</vt:lpstr>
      <vt:lpstr>Wingdings</vt:lpstr>
      <vt:lpstr>Wingdings,sans-serif</vt:lpstr>
      <vt:lpstr>1_Office Theme</vt:lpstr>
      <vt:lpstr>Solar Panel Project Proposal XL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Zara Ahmed</dc:creator>
  <cp:lastModifiedBy>Zara Ahmed</cp:lastModifiedBy>
  <cp:revision>1</cp:revision>
  <dcterms:created xsi:type="dcterms:W3CDTF">2026-09-22T16:07:47Z</dcterms:created>
  <dcterms:modified xsi:type="dcterms:W3CDTF">2026-10-27T16:13:59Z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0x010100DC0CEAC38D496A40AC5B705ADD84648D</vt:lpwstr>
  </property>
</Properties>
</file>