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7" r:id="rId5"/>
  </p:sldMasterIdLst>
  <p:notesMasterIdLst>
    <p:notesMasterId r:id="rId19"/>
  </p:notesMasterIdLst>
  <p:sldIdLst>
    <p:sldId id="300" r:id="rId6"/>
    <p:sldId id="302" r:id="rId7"/>
    <p:sldId id="369" r:id="rId8"/>
    <p:sldId id="356" r:id="rId9"/>
    <p:sldId id="374" r:id="rId10"/>
    <p:sldId id="381" r:id="rId11"/>
    <p:sldId id="378" r:id="rId12"/>
    <p:sldId id="379" r:id="rId13"/>
    <p:sldId id="380" r:id="rId14"/>
    <p:sldId id="382" r:id="rId15"/>
    <p:sldId id="376" r:id="rId16"/>
    <p:sldId id="377" r:id="rId17"/>
    <p:sldId id="3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8440"/>
    <a:srgbClr val="122052"/>
    <a:srgbClr val="0038A8"/>
    <a:srgbClr val="14308A"/>
    <a:srgbClr val="0A6D94"/>
    <a:srgbClr val="0F4134"/>
    <a:srgbClr val="135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8" autoAdjust="0"/>
    <p:restoredTop sz="94660"/>
  </p:normalViewPr>
  <p:slideViewPr>
    <p:cSldViewPr snapToGrid="0">
      <p:cViewPr varScale="1">
        <p:scale>
          <a:sx n="57" d="100"/>
          <a:sy n="57" d="100"/>
        </p:scale>
        <p:origin x="3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2C1E8-8FD7-4C6B-B232-6BAA3C492FA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5A60C-D158-4E29-B8E0-9339E7484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74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2122120E-2312-05A6-F81B-DBDE8CC8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83B14D94-813B-02BE-856D-D886EB70F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B256151B-C91D-5B82-8447-E5C4062A8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5 seconds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632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13B5347D-4FA1-B480-D560-F43CBF10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4D5B3A01-B334-38C8-A50E-5BBAF34D2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E631DC6-C27F-573A-40CC-371EC2D1C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Zara</a:t>
            </a:r>
          </a:p>
        </p:txBody>
      </p:sp>
    </p:spTree>
    <p:extLst>
      <p:ext uri="{BB962C8B-B14F-4D97-AF65-F5344CB8AC3E}">
        <p14:creationId xmlns:p14="http://schemas.microsoft.com/office/powerpoint/2010/main" val="2479757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9A1AF063-5806-A866-7261-6983750A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0A738B97-1F1F-B91B-E941-1DA7E2A29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BEBB1EF-B643-F9F3-9E9B-63FB734CA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Trenton</a:t>
            </a:r>
          </a:p>
        </p:txBody>
      </p:sp>
    </p:spTree>
    <p:extLst>
      <p:ext uri="{BB962C8B-B14F-4D97-AF65-F5344CB8AC3E}">
        <p14:creationId xmlns:p14="http://schemas.microsoft.com/office/powerpoint/2010/main" val="3005088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C22027D0-B3E1-205A-5816-74023F26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32CB7229-856B-43D8-D28E-32D336B0C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8F3E3AD3-C264-24FF-5FEF-EB2361F88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a typeface="Calibri"/>
                <a:cs typeface="Calibri"/>
              </a:rPr>
              <a:t>For sprint 1: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Decided: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Will be a web app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Will support 8-12 concurrent players in real time</a:t>
            </a:r>
            <a:br>
              <a:rPr lang="en-US">
                <a:ea typeface="Calibri"/>
                <a:cs typeface="Calibri"/>
              </a:rPr>
            </a:b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Undecided: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What networking tool will we use?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What game engine will we develop on?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How much of the previous project will we keep?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a typeface="Calibri"/>
                <a:cs typeface="Calibri"/>
              </a:rPr>
              <a:t>- Do we want to try and fix their machine learning gesture algorithm? (caused performance issues, target device is $200 </a:t>
            </a:r>
            <a:r>
              <a:rPr lang="en-US" err="1">
                <a:ea typeface="Calibri"/>
                <a:cs typeface="Calibri"/>
              </a:rPr>
              <a:t>chromebooks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8561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9B416130-6764-559B-134B-107A4826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A255D106-9AF1-A847-FDFC-31F10E199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EABB1057-18FC-1D02-B10D-0413497E8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Zara</a:t>
            </a:r>
          </a:p>
        </p:txBody>
      </p:sp>
    </p:spTree>
    <p:extLst>
      <p:ext uri="{BB962C8B-B14F-4D97-AF65-F5344CB8AC3E}">
        <p14:creationId xmlns:p14="http://schemas.microsoft.com/office/powerpoint/2010/main" val="251250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8C5B3186-CD7D-8F54-7282-8EBD0B97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8E7960A1-8B47-A696-B201-11EA61817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143D0C12-8947-289C-9DE8-CB117CD3A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649AFB85-32A1-6BD6-6A10-F2F2EF3A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69C302D1-2042-BC58-156B-2EF683F29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2316E760-6602-2F45-3869-BBC741A15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63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AAEA418F-EF1F-8D6B-8892-5A39765F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C58301DF-6E25-0C72-9838-802A645F76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EBC7158-47DB-40A7-AF40-1F33EE2EA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23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FEDDCF7F-AE80-0F4E-D5E8-780CA2FDD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95EA2A16-FA2C-312E-C8BE-4EF039E4F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72F22818-C156-5C1F-40AC-DCF7EEEC1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3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AABA07D1-3337-72A4-8381-35C053A3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C9C851F9-E4FE-7A4E-16C9-746B02F57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4576BC11-56CD-2496-F125-1FB7D426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83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C85862AF-B704-F398-D00D-7CAE5612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625801F3-8BF1-1C41-304B-1CAFFD5C4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E9888636-5D38-960B-E7C2-CA31655F1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a typeface="Calibri"/>
                <a:cs typeface="Calibri"/>
              </a:rPr>
              <a:t>For sprint 1: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Decided: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Will be a web app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Will support 8-12 concurrent players in real time</a:t>
            </a:r>
            <a:br>
              <a:rPr lang="en-US">
                <a:ea typeface="Calibri"/>
                <a:cs typeface="Calibri"/>
              </a:rPr>
            </a:b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Undecided: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What networking tool will we use?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What game engine will we develop on?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- How much of the previous project will we keep?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ea typeface="Calibri"/>
                <a:cs typeface="Calibri"/>
              </a:rPr>
              <a:t>- Do we want to try and fix their machine learning gesture algorithm? (caused performance issues, target device is $200 </a:t>
            </a:r>
            <a:r>
              <a:rPr lang="en-US" err="1">
                <a:ea typeface="Calibri"/>
                <a:cs typeface="Calibri"/>
              </a:rPr>
              <a:t>chromebooks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5632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E907C3FB-D73C-46F9-513C-E63DB4DC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39DC77D0-736E-2AC8-0BE7-0E8C787DF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0B2A90DD-8562-0F4C-AD62-8AF9CA578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Verified by checking over all output manually and cross references documentation when applicable. Furthermore, everything had to be reviewed when made into a PR.</a:t>
            </a:r>
          </a:p>
        </p:txBody>
      </p:sp>
    </p:spTree>
    <p:extLst>
      <p:ext uri="{BB962C8B-B14F-4D97-AF65-F5344CB8AC3E}">
        <p14:creationId xmlns:p14="http://schemas.microsoft.com/office/powerpoint/2010/main" val="369886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>
          <a:extLst>
            <a:ext uri="{FF2B5EF4-FFF2-40B4-BE49-F238E27FC236}">
              <a16:creationId xmlns:a16="http://schemas.microsoft.com/office/drawing/2014/main" id="{855A5FAC-B406-2B07-B23B-A303DDA6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:notes">
            <a:extLst>
              <a:ext uri="{FF2B5EF4-FFF2-40B4-BE49-F238E27FC236}">
                <a16:creationId xmlns:a16="http://schemas.microsoft.com/office/drawing/2014/main" id="{01513974-8780-445E-EDD8-5E338A15E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p:notes">
            <a:extLst>
              <a:ext uri="{FF2B5EF4-FFF2-40B4-BE49-F238E27FC236}">
                <a16:creationId xmlns:a16="http://schemas.microsoft.com/office/drawing/2014/main" id="{7C9C5600-1242-C193-C6B7-B4E730576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seconds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737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hyperlink" Target="http://bit.ly/2TtBDfr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hyperlink" Target="http://bit.ly/2TyoMsr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://bit.ly/2Tynxth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6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AF8A-12F3-4DF4-A498-9A46A51F7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862C2-A3E6-4ADA-BFBE-7AB94FC6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AEE96-75DF-BB28-4E29-2756EBD1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70FCB-C119-FEA7-4B21-E10ACBEA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B0CC2-6D82-8218-2E42-57563CB6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7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DBDC-A33A-C40F-33F5-53C38642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D5102-06FF-B00C-65A3-4866C84A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F287F-0584-E262-80A5-1E8CB762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DBA73-3C90-9B10-8AF9-B4F2FCAD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8669A-4BEC-4075-D181-77BC6A13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2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D4CC-7B53-756C-7CC0-FBCE59D1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30AAA-7DA4-215A-BE35-D5B358DFB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AD8B-F8F0-5C1B-8AEE-08C705F1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7A052-C771-15E0-E862-E028F308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9CC3-2653-E0F2-07AD-742C1F5E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9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B795-B100-655D-11A9-E9D7921D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BF43-36E4-F62A-2432-03E481DD8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76681-6C86-CC6C-638E-EAE225D36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C4D37-1358-C0EA-AC64-9BD20A26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78C3F-20B4-7417-CBD0-582941C1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65F0C-5020-5C49-0D75-0AC70D47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7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4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C4D5-D44E-41A9-BCC0-E2388D43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20567-AE5B-FFC4-A21D-011955F9C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F9832-6A04-7EF0-A4BF-2330B278B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F9E7E-D86A-9971-4788-CB58393C5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B10C3-9392-DF92-EE1D-B90BB8390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E8672-6B70-2164-8353-7BF01AEC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99AA9-4C1D-781E-31DF-6B7795C4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61D13-B735-462B-87DA-AD375992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FCC2-4590-9822-D73D-8CD57AAD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3B653-6FE9-A2E8-C301-F9806D85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4CF63-22D0-2922-A109-4BC3B425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AD622-2032-C13F-CDCA-D7DCB9C1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6B995-9076-C65D-478B-2C2CBF1E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69951-CF0C-0B94-02BB-BB4AB311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8039-4666-C32D-7E84-23644157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56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92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84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4E5F-D681-21FA-DA05-2005A59E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AC4EB-3AF6-5B20-4348-6ACE61A7B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857F1-8010-DA45-643E-292AC1536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8B0AB-AF9A-4CF0-D52A-5A296AE3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C75B3-96A8-FDEE-05EA-A407C04C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386D2-4706-5EA5-1BDB-577E150C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73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E651-4C9C-B9B7-B2E2-87698D2D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BCE2B4-4CD2-6B20-CD3F-B84DA4333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2C28F-4FB1-97E8-6357-CDDC79565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C0095-3734-61D1-06F3-B9577D68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CFB44-420D-CB59-2AD2-23960312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47BB8-2181-F9A4-2B52-9EC1FD3E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89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1528-E300-3D73-6F27-5E76A9AB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D4C67-10F7-8B68-DB75-3A1DCC5F1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D324F-A48A-A4EB-66E1-49A0B68E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B9A3E-B629-A348-7E22-0D891B9D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59C6-150E-635E-1E34-0DAC3990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78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351332-8BA9-A9E8-9E8E-338C0DF15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35BB2-1A17-B1C1-4785-C38DC2489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55852-0269-9623-FC6C-4EEE789F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90C4E-B5F2-874A-FD66-0B697CA2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378F8-48F0-F631-32DF-51F3AB3B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7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43000" y="1520233"/>
            <a:ext cx="8254800" cy="30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400" b="1"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43000" y="4712933"/>
            <a:ext cx="5704400" cy="6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116473" y="-3646734"/>
            <a:ext cx="6861353" cy="6858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86056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414400" y="2601467"/>
            <a:ext cx="67568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8755200" y="1402867"/>
            <a:ext cx="241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414400" y="4836733"/>
            <a:ext cx="67568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57650" y="34652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-372633" y="-33419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651002" y="-34797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231913" y="28194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2854849" y="25400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" name="Google Shape;2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29" flipH="1">
            <a:off x="376570" y="333963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1326630" y="427672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00" flipH="1">
            <a:off x="1221709" y="55798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507998" y="-461316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171460" y="-4173592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10800000">
            <a:off x="1600248" y="38103"/>
            <a:ext cx="1755168" cy="181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0681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51501" y="-3702102"/>
            <a:ext cx="5006267" cy="5575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4796133" y="8348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7919" y="-270966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" name="Google Shape;3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165566" y="39108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366725">
            <a:off x="1379382" y="5587256"/>
            <a:ext cx="1473199" cy="1523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799948">
            <a:off x="6648701" y="5227242"/>
            <a:ext cx="1393632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666691">
            <a:off x="304505" y="39157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0035" y="3172035"/>
            <a:ext cx="5669631" cy="631396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>
            <a:spLocks noGrp="1"/>
          </p:cNvSpPr>
          <p:nvPr>
            <p:ph type="subTitle" idx="1"/>
          </p:nvPr>
        </p:nvSpPr>
        <p:spPr>
          <a:xfrm flipH="1">
            <a:off x="1948333" y="3045300"/>
            <a:ext cx="4383600" cy="18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 flipH="1">
            <a:off x="1948189" y="2197233"/>
            <a:ext cx="484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8382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125768" y="-273698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234267" y="-1303217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1" name="Google Shape;4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626340" y="-625210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10604765" y="7747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-4445917" y="-15024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4" name="Google Shape;44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699971">
            <a:off x="150403" y="270944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400000">
            <a:off x="40363" y="1789977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1931533" y="491788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2"/>
          </p:nvPr>
        </p:nvSpPr>
        <p:spPr>
          <a:xfrm>
            <a:off x="6919900" y="491788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6919900" y="4629367"/>
            <a:ext cx="3340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3"/>
          </p:nvPr>
        </p:nvSpPr>
        <p:spPr>
          <a:xfrm>
            <a:off x="1931533" y="4629367"/>
            <a:ext cx="3340800" cy="11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2530168" y="49349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2699971" flipH="1">
            <a:off x="10565437" y="3370914"/>
            <a:ext cx="1393631" cy="1439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09100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8864069" y="-385833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19260" r="-24968"/>
          <a:stretch/>
        </p:blipFill>
        <p:spPr>
          <a:xfrm rot="5399945">
            <a:off x="10359033" y="17075"/>
            <a:ext cx="1473267" cy="143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>
            <a:off x="10626197" y="297748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3931934" y="3668895"/>
            <a:ext cx="7717468" cy="859456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31176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36507" y="-1953865"/>
            <a:ext cx="10854469" cy="1090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600" y="-30860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5400000">
            <a:off x="6096013" y="212688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>
            <a:off x="7786246" y="5060589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934367" y="2469800"/>
            <a:ext cx="5505600" cy="35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 Medium"/>
              <a:buChar char="⬥"/>
              <a:defRPr sz="2133"/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934367" y="860967"/>
            <a:ext cx="55056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042217">
            <a:off x="254924" y="117327"/>
            <a:ext cx="1166008" cy="1204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 flipH="1">
            <a:off x="-2266534" y="5052514"/>
            <a:ext cx="615813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078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698631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177128" y="-2971436"/>
            <a:ext cx="6861353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983400" y="1067367"/>
            <a:ext cx="8193200" cy="3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608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700006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366934" y="-305008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4356497" y="-51728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4020733" y="-2150233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3979433" y="236134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75" name="Google Shape;7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-3571793" y="2774193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699971">
            <a:off x="2682486" y="504315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9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5400000">
            <a:off x="3542146" y="38025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9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>
            <a:off x="592329" y="523094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100000">
            <a:off x="2657564" y="10168"/>
            <a:ext cx="977104" cy="1008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4410333" y="5929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4449533" y="2048200"/>
            <a:ext cx="67476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4449400" y="3170600"/>
            <a:ext cx="6747600" cy="16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673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500897" y="-5236967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85100" y="-3358203"/>
            <a:ext cx="9474200" cy="952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0"/>
          <p:cNvPicPr preferRelativeResize="0"/>
          <p:nvPr/>
        </p:nvPicPr>
        <p:blipFill rotWithShape="1">
          <a:blip r:embed="rId4">
            <a:alphaModFix/>
          </a:blip>
          <a:srcRect t="23838"/>
          <a:stretch/>
        </p:blipFill>
        <p:spPr>
          <a:xfrm rot="-2700000">
            <a:off x="469432" y="9417"/>
            <a:ext cx="1166005" cy="917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>
            <a:off x="4899385" y="-385165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998100" y="513900"/>
            <a:ext cx="4566000" cy="21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9" name="Google Shape;8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9863567" y="2684402"/>
            <a:ext cx="615813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1127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8466568" y="22448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736567" y="105103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3" name="Google Shape;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9347202" y="-14526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4" name="Google Shape;9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99971" flipH="1">
            <a:off x="10493654" y="87369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1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10550526" y="21445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2449734" y="19654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-3725433" y="27286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8" name="Google Shape;98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-3314617" y="3141516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5884433" y="15953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0" name="Google Shape;10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58">
            <a:off x="5125703" y="5136914"/>
            <a:ext cx="1393629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10800000">
            <a:off x="542664" y="4529001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109233" y="-3876565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100000" flipH="1">
            <a:off x="4008969" y="6052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399990">
            <a:off x="2402967" y="-86920"/>
            <a:ext cx="1755164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1736733"/>
            <a:ext cx="8768000" cy="2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06" name="Google Shape;106;p11"/>
          <p:cNvSpPr txBox="1">
            <a:spLocks noGrp="1"/>
          </p:cNvSpPr>
          <p:nvPr>
            <p:ph type="subTitle" idx="1"/>
          </p:nvPr>
        </p:nvSpPr>
        <p:spPr>
          <a:xfrm>
            <a:off x="1712000" y="4088500"/>
            <a:ext cx="8768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4180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273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012" scaled="0"/>
        </a:gra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4261701" y="-20900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4197098" y="-39639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1" name="Google Shape;11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699971">
            <a:off x="-965680" y="-57120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400000">
            <a:off x="-15620" y="-36670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0" y="-14350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46984" y="39370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100029">
            <a:off x="10212487" y="604754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>
            <a:off x="11046735" y="3237369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>
            <a:hlinkClick r:id="" action="ppaction://noaction"/>
          </p:cNvPr>
          <p:cNvSpPr txBox="1">
            <a:spLocks noGrp="1"/>
          </p:cNvSpPr>
          <p:nvPr>
            <p:ph type="ctrTitle"/>
          </p:nvPr>
        </p:nvSpPr>
        <p:spPr>
          <a:xfrm>
            <a:off x="1986157" y="747347"/>
            <a:ext cx="6024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"/>
          </p:nvPr>
        </p:nvSpPr>
        <p:spPr>
          <a:xfrm>
            <a:off x="8050033" y="750329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19" name="Google Shape;119;p13">
            <a:hlinkClick r:id="" action="ppaction://noaction"/>
          </p:cNvPr>
          <p:cNvSpPr txBox="1">
            <a:spLocks noGrp="1"/>
          </p:cNvSpPr>
          <p:nvPr>
            <p:ph type="ctrTitle" idx="2"/>
          </p:nvPr>
        </p:nvSpPr>
        <p:spPr>
          <a:xfrm>
            <a:off x="1986157" y="1709313"/>
            <a:ext cx="6024800" cy="6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3"/>
          </p:nvPr>
        </p:nvSpPr>
        <p:spPr>
          <a:xfrm>
            <a:off x="8050033" y="1709296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1" name="Google Shape;121;p13">
            <a:hlinkClick r:id="" action="ppaction://noaction"/>
          </p:cNvPr>
          <p:cNvSpPr txBox="1">
            <a:spLocks noGrp="1"/>
          </p:cNvSpPr>
          <p:nvPr>
            <p:ph type="ctrTitle" idx="4"/>
          </p:nvPr>
        </p:nvSpPr>
        <p:spPr>
          <a:xfrm>
            <a:off x="1986157" y="2657064"/>
            <a:ext cx="6024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5"/>
          </p:nvPr>
        </p:nvSpPr>
        <p:spPr>
          <a:xfrm>
            <a:off x="8050033" y="2654668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3" name="Google Shape;123;p13">
            <a:hlinkClick r:id="" action="ppaction://noaction"/>
          </p:cNvPr>
          <p:cNvSpPr txBox="1">
            <a:spLocks noGrp="1"/>
          </p:cNvSpPr>
          <p:nvPr>
            <p:ph type="ctrTitle" idx="6"/>
          </p:nvPr>
        </p:nvSpPr>
        <p:spPr>
          <a:xfrm>
            <a:off x="1986157" y="3606095"/>
            <a:ext cx="6024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7"/>
          </p:nvPr>
        </p:nvSpPr>
        <p:spPr>
          <a:xfrm>
            <a:off x="8050033" y="3603703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5" name="Google Shape;125;p13">
            <a:hlinkClick r:id="" action="ppaction://noaction"/>
          </p:cNvPr>
          <p:cNvSpPr txBox="1">
            <a:spLocks noGrp="1"/>
          </p:cNvSpPr>
          <p:nvPr>
            <p:ph type="ctrTitle" idx="8"/>
          </p:nvPr>
        </p:nvSpPr>
        <p:spPr>
          <a:xfrm>
            <a:off x="1986159" y="4552244"/>
            <a:ext cx="6024800" cy="6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9"/>
          </p:nvPr>
        </p:nvSpPr>
        <p:spPr>
          <a:xfrm>
            <a:off x="8050033" y="4552229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7" name="Google Shape;127;p13">
            <a:hlinkClick r:id="" action="ppaction://noaction"/>
          </p:cNvPr>
          <p:cNvSpPr txBox="1">
            <a:spLocks noGrp="1"/>
          </p:cNvSpPr>
          <p:nvPr>
            <p:ph type="ctrTitle" idx="13"/>
          </p:nvPr>
        </p:nvSpPr>
        <p:spPr>
          <a:xfrm>
            <a:off x="1986159" y="5501053"/>
            <a:ext cx="6024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4"/>
          </p:nvPr>
        </p:nvSpPr>
        <p:spPr>
          <a:xfrm>
            <a:off x="8050033" y="5504071"/>
            <a:ext cx="32084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9" name="Google Shape;129;p13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933575" y="749747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13">
            <a:hlinkClick r:id="" action="ppaction://noaction"/>
          </p:cNvPr>
          <p:cNvSpPr txBox="1">
            <a:spLocks noGrp="1"/>
          </p:cNvSpPr>
          <p:nvPr>
            <p:ph type="title" idx="16" hasCustomPrompt="1"/>
          </p:nvPr>
        </p:nvSpPr>
        <p:spPr>
          <a:xfrm>
            <a:off x="933913" y="1708913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3">
            <a:hlinkClick r:id="" action="ppaction://noaction"/>
          </p:cNvPr>
          <p:cNvSpPr txBox="1">
            <a:spLocks noGrp="1"/>
          </p:cNvSpPr>
          <p:nvPr>
            <p:ph type="title" idx="17" hasCustomPrompt="1"/>
          </p:nvPr>
        </p:nvSpPr>
        <p:spPr>
          <a:xfrm>
            <a:off x="933575" y="2654664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13">
            <a:hlinkClick r:id="" action="ppaction://noaction"/>
          </p:cNvPr>
          <p:cNvSpPr txBox="1">
            <a:spLocks noGrp="1"/>
          </p:cNvSpPr>
          <p:nvPr>
            <p:ph type="title" idx="18" hasCustomPrompt="1"/>
          </p:nvPr>
        </p:nvSpPr>
        <p:spPr>
          <a:xfrm>
            <a:off x="933913" y="3606095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13">
            <a:hlinkClick r:id="" action="ppaction://noaction"/>
          </p:cNvPr>
          <p:cNvSpPr txBox="1">
            <a:spLocks noGrp="1"/>
          </p:cNvSpPr>
          <p:nvPr>
            <p:ph type="title" idx="19" hasCustomPrompt="1"/>
          </p:nvPr>
        </p:nvSpPr>
        <p:spPr>
          <a:xfrm>
            <a:off x="933575" y="5503453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13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933575" y="4554244"/>
            <a:ext cx="10128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16232">
            <a:off x="137968" y="5511386"/>
            <a:ext cx="1166008" cy="1204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77719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012" scaled="0"/>
        </a:gra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1766000" y="2300300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1"/>
          </p:nvPr>
        </p:nvSpPr>
        <p:spPr>
          <a:xfrm>
            <a:off x="1766000" y="2778300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 idx="2"/>
          </p:nvPr>
        </p:nvSpPr>
        <p:spPr>
          <a:xfrm>
            <a:off x="6917600" y="2300300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3"/>
          </p:nvPr>
        </p:nvSpPr>
        <p:spPr>
          <a:xfrm>
            <a:off x="6917600" y="2778300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 idx="4"/>
          </p:nvPr>
        </p:nvSpPr>
        <p:spPr>
          <a:xfrm>
            <a:off x="1766000" y="4103133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5"/>
          </p:nvPr>
        </p:nvSpPr>
        <p:spPr>
          <a:xfrm>
            <a:off x="1766000" y="4581133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title" idx="6"/>
          </p:nvPr>
        </p:nvSpPr>
        <p:spPr>
          <a:xfrm>
            <a:off x="6917600" y="4103133"/>
            <a:ext cx="4521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subTitle" idx="7"/>
          </p:nvPr>
        </p:nvSpPr>
        <p:spPr>
          <a:xfrm>
            <a:off x="6917600" y="4581133"/>
            <a:ext cx="382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 idx="8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4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53208" y="2679831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4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5904808" y="2679831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4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53208" y="4512197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4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5904808" y="4512197"/>
            <a:ext cx="1012800" cy="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00"/>
              <a:buNone/>
              <a:defRPr sz="3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DM Sans"/>
              <a:buNone/>
              <a:defRPr sz="6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t>xx%</a:t>
            </a:r>
          </a:p>
        </p:txBody>
      </p:sp>
      <p:pic>
        <p:nvPicPr>
          <p:cNvPr id="150" name="Google Shape;15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9774418" y="32111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l="27325"/>
          <a:stretch/>
        </p:blipFill>
        <p:spPr>
          <a:xfrm rot="56" flipH="1">
            <a:off x="11228167" y="3142008"/>
            <a:ext cx="1012800" cy="1439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10618242" y="515654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 flipH="1">
            <a:off x="-2978501" y="46666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l="18923" b="-2145"/>
          <a:stretch/>
        </p:blipFill>
        <p:spPr>
          <a:xfrm rot="2666696">
            <a:off x="229031" y="87721"/>
            <a:ext cx="1129872" cy="1469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8808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8720570" y="-25214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7" name="Google Shape;15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6347234" y="-33419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57837" y="404014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9" name="Google Shape;15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4590197" y="33579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099971">
            <a:off x="230806" y="18801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697150" y="37960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099971">
            <a:off x="4070439" y="5532029"/>
            <a:ext cx="1393631" cy="143911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>
            <a:spLocks noGrp="1"/>
          </p:cNvSpPr>
          <p:nvPr>
            <p:ph type="title"/>
          </p:nvPr>
        </p:nvSpPr>
        <p:spPr>
          <a:xfrm>
            <a:off x="1242367" y="2601467"/>
            <a:ext cx="67568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 idx="2" hasCustomPrompt="1"/>
          </p:nvPr>
        </p:nvSpPr>
        <p:spPr>
          <a:xfrm>
            <a:off x="1242367" y="1402867"/>
            <a:ext cx="241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5" name="Google Shape;165;p15"/>
          <p:cNvSpPr txBox="1">
            <a:spLocks noGrp="1"/>
          </p:cNvSpPr>
          <p:nvPr>
            <p:ph type="subTitle" idx="1"/>
          </p:nvPr>
        </p:nvSpPr>
        <p:spPr>
          <a:xfrm>
            <a:off x="1242367" y="4836733"/>
            <a:ext cx="67568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15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 flipH="1">
            <a:off x="-491360" y="455524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 flipH="1">
            <a:off x="7145542" y="-170890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400000" flipH="1">
            <a:off x="8964575" y="4383945"/>
            <a:ext cx="1473199" cy="1523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85759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-879067" y="-3881001"/>
            <a:ext cx="6016165" cy="669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054900" y="-3881001"/>
            <a:ext cx="6016165" cy="669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8766905" y="-292325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3" name="Google Shape;1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 flipH="1">
            <a:off x="10135208" y="14657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/>
          <p:cNvPicPr preferRelativeResize="0"/>
          <p:nvPr/>
        </p:nvPicPr>
        <p:blipFill rotWithShape="1">
          <a:blip r:embed="rId5">
            <a:alphaModFix/>
          </a:blip>
          <a:srcRect l="31773"/>
          <a:stretch/>
        </p:blipFill>
        <p:spPr>
          <a:xfrm rot="5400059" flipH="1">
            <a:off x="6005100" y="5630143"/>
            <a:ext cx="950800" cy="1439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3432897" y="-292325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6" name="Google Shape;1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7337860" y="14657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>
            <a:off x="301619" y="1056219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>
            <a:off x="9903252" y="1056219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2056800" y="2601467"/>
            <a:ext cx="8078400" cy="21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title" idx="2" hasCustomPrompt="1"/>
          </p:nvPr>
        </p:nvSpPr>
        <p:spPr>
          <a:xfrm>
            <a:off x="4888000" y="1402867"/>
            <a:ext cx="241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1"/>
          </p:nvPr>
        </p:nvSpPr>
        <p:spPr>
          <a:xfrm>
            <a:off x="2056800" y="4836733"/>
            <a:ext cx="80784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2912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500998" y="42295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798964" y="395852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5181199" y="4344503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821866" y="50874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87" name="Google Shape;1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5236164" y="5508317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-248500" y="45794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89" name="Google Shape;189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399989">
            <a:off x="1807777" y="539977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8151063" y="5990539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2700000">
            <a:off x="291395" y="5149005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478265" y="-397550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223770" y="-37044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35468" y="-685904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98997" y="-48334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6" name="Google Shape;1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80197" y="-442407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571370" y="-43254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5400011">
            <a:off x="7899889" y="188278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>
            <a:off x="1274636" y="-69418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8100000">
            <a:off x="9968234" y="584609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>
            <a:spLocks noGrp="1"/>
          </p:cNvSpPr>
          <p:nvPr>
            <p:ph type="title"/>
          </p:nvPr>
        </p:nvSpPr>
        <p:spPr>
          <a:xfrm>
            <a:off x="3793067" y="2767533"/>
            <a:ext cx="6828000" cy="12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title" idx="2" hasCustomPrompt="1"/>
          </p:nvPr>
        </p:nvSpPr>
        <p:spPr>
          <a:xfrm>
            <a:off x="1570900" y="3086267"/>
            <a:ext cx="1937200" cy="14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"/>
          </p:nvPr>
        </p:nvSpPr>
        <p:spPr>
          <a:xfrm>
            <a:off x="3793067" y="4050733"/>
            <a:ext cx="6828000" cy="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26581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8200" y="1572071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800" y="-200800"/>
            <a:ext cx="9474200" cy="952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00">
            <a:off x="10519926" y="4993216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10800000">
            <a:off x="5399347" y="4531165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6515300" y="3716000"/>
            <a:ext cx="4566000" cy="21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6326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44394" y="-3612600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9391137" y="-279758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3" name="Google Shape;21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7794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325503" y="47470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6461673" y="535938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 flipH="1">
            <a:off x="536269" y="3443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 flipH="1">
            <a:off x="791836" y="5707349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7845173" y="285689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>
            <a:spLocks noGrp="1"/>
          </p:cNvSpPr>
          <p:nvPr>
            <p:ph type="title" hasCustomPrompt="1"/>
          </p:nvPr>
        </p:nvSpPr>
        <p:spPr>
          <a:xfrm>
            <a:off x="990400" y="1943333"/>
            <a:ext cx="6782000" cy="2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1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1"/>
          </p:nvPr>
        </p:nvSpPr>
        <p:spPr>
          <a:xfrm>
            <a:off x="990400" y="4281433"/>
            <a:ext cx="6782000" cy="6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6362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403688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874162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24" name="Google Shape;224;p2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9899523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73025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540146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27" name="Google Shape;2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199888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770890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6">
            <a:alphaModFix/>
          </a:blip>
          <a:srcRect t="11260" r="8999"/>
          <a:stretch/>
        </p:blipFill>
        <p:spPr>
          <a:xfrm rot="-8100000" flipH="1">
            <a:off x="5816120" y="6053048"/>
            <a:ext cx="1061065" cy="10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816600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>
            <a:spLocks noGrp="1"/>
          </p:cNvSpPr>
          <p:nvPr>
            <p:ph type="title" hasCustomPrompt="1"/>
          </p:nvPr>
        </p:nvSpPr>
        <p:spPr>
          <a:xfrm>
            <a:off x="4013800" y="1742433"/>
            <a:ext cx="41644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1"/>
          </p:nvPr>
        </p:nvSpPr>
        <p:spPr>
          <a:xfrm>
            <a:off x="4013800" y="2807233"/>
            <a:ext cx="4164400" cy="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title" idx="2" hasCustomPrompt="1"/>
          </p:nvPr>
        </p:nvSpPr>
        <p:spPr>
          <a:xfrm>
            <a:off x="1225200" y="3788400"/>
            <a:ext cx="41644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3"/>
          </p:nvPr>
        </p:nvSpPr>
        <p:spPr>
          <a:xfrm>
            <a:off x="1225200" y="4853167"/>
            <a:ext cx="4164400" cy="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title" idx="4" hasCustomPrompt="1"/>
          </p:nvPr>
        </p:nvSpPr>
        <p:spPr>
          <a:xfrm>
            <a:off x="6802400" y="3788400"/>
            <a:ext cx="4164400" cy="10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5"/>
          </p:nvPr>
        </p:nvSpPr>
        <p:spPr>
          <a:xfrm>
            <a:off x="6802400" y="4853167"/>
            <a:ext cx="4164400" cy="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title" idx="6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67247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5410669" y="252668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6402" y="-2223965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>
            <a:off x="11030729" y="105182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 rotWithShape="1">
          <a:blip r:embed="rId5">
            <a:alphaModFix/>
          </a:blip>
          <a:srcRect t="25964"/>
          <a:stretch/>
        </p:blipFill>
        <p:spPr>
          <a:xfrm rot="3266246">
            <a:off x="11172538" y="3004949"/>
            <a:ext cx="1393628" cy="1065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 rotWithShape="1">
          <a:blip r:embed="rId5">
            <a:alphaModFix/>
          </a:blip>
          <a:srcRect r="30967"/>
          <a:stretch/>
        </p:blipFill>
        <p:spPr>
          <a:xfrm rot="-10510444">
            <a:off x="-77380" y="3545426"/>
            <a:ext cx="804899" cy="12040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>
            <a:spLocks noGrp="1"/>
          </p:cNvSpPr>
          <p:nvPr>
            <p:ph type="title" hasCustomPrompt="1"/>
          </p:nvPr>
        </p:nvSpPr>
        <p:spPr>
          <a:xfrm>
            <a:off x="5483800" y="4127351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1"/>
          <p:cNvSpPr txBox="1">
            <a:spLocks noGrp="1"/>
          </p:cNvSpPr>
          <p:nvPr>
            <p:ph type="ctrTitle" idx="2"/>
          </p:nvPr>
        </p:nvSpPr>
        <p:spPr>
          <a:xfrm>
            <a:off x="5483800" y="4622477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46" name="Google Shape;246;p21"/>
          <p:cNvSpPr txBox="1">
            <a:spLocks noGrp="1"/>
          </p:cNvSpPr>
          <p:nvPr>
            <p:ph type="subTitle" idx="1"/>
          </p:nvPr>
        </p:nvSpPr>
        <p:spPr>
          <a:xfrm>
            <a:off x="5483800" y="5035465"/>
            <a:ext cx="2462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1"/>
          <p:cNvSpPr txBox="1">
            <a:spLocks noGrp="1"/>
          </p:cNvSpPr>
          <p:nvPr>
            <p:ph type="title" idx="3" hasCustomPrompt="1"/>
          </p:nvPr>
        </p:nvSpPr>
        <p:spPr>
          <a:xfrm>
            <a:off x="8661397" y="4127351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8" name="Google Shape;248;p21"/>
          <p:cNvSpPr txBox="1">
            <a:spLocks noGrp="1"/>
          </p:cNvSpPr>
          <p:nvPr>
            <p:ph type="ctrTitle" idx="4"/>
          </p:nvPr>
        </p:nvSpPr>
        <p:spPr>
          <a:xfrm>
            <a:off x="8661233" y="4622477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49" name="Google Shape;249;p21"/>
          <p:cNvSpPr txBox="1">
            <a:spLocks noGrp="1"/>
          </p:cNvSpPr>
          <p:nvPr>
            <p:ph type="subTitle" idx="5"/>
          </p:nvPr>
        </p:nvSpPr>
        <p:spPr>
          <a:xfrm>
            <a:off x="8661233" y="5035465"/>
            <a:ext cx="2462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title" idx="6" hasCustomPrompt="1"/>
          </p:nvPr>
        </p:nvSpPr>
        <p:spPr>
          <a:xfrm>
            <a:off x="5483800" y="1733400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1" name="Google Shape;251;p21"/>
          <p:cNvSpPr txBox="1">
            <a:spLocks noGrp="1"/>
          </p:cNvSpPr>
          <p:nvPr>
            <p:ph type="ctrTitle" idx="7"/>
          </p:nvPr>
        </p:nvSpPr>
        <p:spPr>
          <a:xfrm>
            <a:off x="5483800" y="2227833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52" name="Google Shape;252;p21"/>
          <p:cNvSpPr txBox="1">
            <a:spLocks noGrp="1"/>
          </p:cNvSpPr>
          <p:nvPr>
            <p:ph type="subTitle" idx="8"/>
          </p:nvPr>
        </p:nvSpPr>
        <p:spPr>
          <a:xfrm>
            <a:off x="5483800" y="2640733"/>
            <a:ext cx="2462800" cy="8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title" idx="9" hasCustomPrompt="1"/>
          </p:nvPr>
        </p:nvSpPr>
        <p:spPr>
          <a:xfrm>
            <a:off x="8661397" y="1733400"/>
            <a:ext cx="2462800" cy="4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None/>
              <a:defRPr sz="3333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DB2AD"/>
              </a:buClr>
              <a:buSzPts val="4800"/>
              <a:buFont typeface="Fira Sans Extra Condensed Medium"/>
              <a:buNone/>
              <a:defRPr sz="6400">
                <a:solidFill>
                  <a:srgbClr val="FDB2A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21"/>
          <p:cNvSpPr txBox="1">
            <a:spLocks noGrp="1"/>
          </p:cNvSpPr>
          <p:nvPr>
            <p:ph type="ctrTitle" idx="13"/>
          </p:nvPr>
        </p:nvSpPr>
        <p:spPr>
          <a:xfrm>
            <a:off x="8661233" y="2227833"/>
            <a:ext cx="2462800" cy="5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subTitle" idx="14"/>
          </p:nvPr>
        </p:nvSpPr>
        <p:spPr>
          <a:xfrm>
            <a:off x="8661233" y="2640733"/>
            <a:ext cx="2462800" cy="8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1"/>
          <p:cNvSpPr txBox="1">
            <a:spLocks noGrp="1"/>
          </p:cNvSpPr>
          <p:nvPr>
            <p:ph type="title" idx="15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85615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983233" y="-2813334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223770" y="-31632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7124068" y="-4093965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98997" y="-42922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62" name="Google Shape;26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80197" y="-388287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4571370" y="-37842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64" name="Google Shape;26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099971">
            <a:off x="6106139" y="-10388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11">
            <a:off x="7899889" y="729478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>
            <a:off x="1274636" y="-15298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100000">
            <a:off x="10008434" y="1255109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>
            <a:spLocks noGrp="1"/>
          </p:cNvSpPr>
          <p:nvPr>
            <p:ph type="title"/>
          </p:nvPr>
        </p:nvSpPr>
        <p:spPr>
          <a:xfrm>
            <a:off x="949400" y="51243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subTitle" idx="1"/>
          </p:nvPr>
        </p:nvSpPr>
        <p:spPr>
          <a:xfrm>
            <a:off x="949400" y="30056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pic>
        <p:nvPicPr>
          <p:cNvPr id="270" name="Google Shape;27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69328" y="3843901"/>
            <a:ext cx="6861353" cy="6858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32325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>
            <a:spLocks noGrp="1"/>
          </p:cNvSpPr>
          <p:nvPr>
            <p:ph type="title"/>
          </p:nvPr>
        </p:nvSpPr>
        <p:spPr>
          <a:xfrm>
            <a:off x="3189200" y="41337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73" name="Google Shape;273;p23"/>
          <p:cNvSpPr txBox="1">
            <a:spLocks noGrp="1"/>
          </p:cNvSpPr>
          <p:nvPr>
            <p:ph type="subTitle" idx="1"/>
          </p:nvPr>
        </p:nvSpPr>
        <p:spPr>
          <a:xfrm>
            <a:off x="1635200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pic>
        <p:nvPicPr>
          <p:cNvPr id="274" name="Google Shape;27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2504498" y="-36628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594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504497" y="356336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227265" y="2434400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78" name="Google Shape;27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808464" y="28437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7908770" y="-35737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0" name="Google Shape;28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099971">
            <a:off x="8213473" y="146578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11">
            <a:off x="11237289" y="939943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>
            <a:off x="282436" y="398794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/>
          <p:cNvPicPr preferRelativeResize="0"/>
          <p:nvPr/>
        </p:nvPicPr>
        <p:blipFill rotWithShape="1">
          <a:blip r:embed="rId7">
            <a:alphaModFix/>
          </a:blip>
          <a:srcRect t="38180"/>
          <a:stretch/>
        </p:blipFill>
        <p:spPr>
          <a:xfrm rot="10800000">
            <a:off x="3774533" y="6035671"/>
            <a:ext cx="1166000" cy="744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01336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Quote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2700029">
            <a:off x="10216501" y="-81124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93997" y="-507860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491270" y="26077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468369" y="3736700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9" name="Google Shape;28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1054069" y="4157529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-2243369" y="-42502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91" name="Google Shape;291;p24"/>
          <p:cNvPicPr preferRelativeResize="0"/>
          <p:nvPr/>
        </p:nvPicPr>
        <p:blipFill rotWithShape="1">
          <a:blip r:embed="rId2">
            <a:alphaModFix/>
          </a:blip>
          <a:srcRect r="27917" b="26351"/>
          <a:stretch/>
        </p:blipFill>
        <p:spPr>
          <a:xfrm rot="-2700034">
            <a:off x="11050051" y="5674325"/>
            <a:ext cx="1004535" cy="1059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-5399989">
            <a:off x="-148791" y="59845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1860829" y="4639751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5269367" y="41337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95" name="Google Shape;295;p24"/>
          <p:cNvSpPr txBox="1">
            <a:spLocks noGrp="1"/>
          </p:cNvSpPr>
          <p:nvPr>
            <p:ph type="subTitle" idx="1"/>
          </p:nvPr>
        </p:nvSpPr>
        <p:spPr>
          <a:xfrm>
            <a:off x="2161367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07514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698631" scaled="0"/>
        </a:gra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10517317" y="209767"/>
            <a:ext cx="1256000" cy="1256000"/>
          </a:xfrm>
          <a:prstGeom prst="star12">
            <a:avLst>
              <a:gd name="adj" fmla="val 37500"/>
            </a:avLst>
          </a:prstGeom>
          <a:solidFill>
            <a:srgbClr val="00FF00"/>
          </a:solidFill>
          <a:ln w="9525" cap="flat" cmpd="sng">
            <a:solidFill>
              <a:srgbClr val="7623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</a:rPr>
              <a:t>XL</a:t>
            </a:r>
            <a:endParaRPr sz="2400" b="1">
              <a:solidFill>
                <a:schemeClr val="lt1"/>
              </a:solidFill>
            </a:endParaRPr>
          </a:p>
        </p:txBody>
      </p:sp>
      <p:pic>
        <p:nvPicPr>
          <p:cNvPr id="298" name="Google Shape;29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2277333" y="-43774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452968" y="4085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532020" y="-43774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01" name="Google Shape;301;p2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0209415" y="9854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699971">
            <a:off x="11073919" y="5128163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419114" y="4599467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04" name="Google Shape;304;p2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-13552" y="4668633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163187" y="-705371"/>
            <a:ext cx="1393629" cy="143911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>
            <a:spLocks noGrp="1"/>
          </p:cNvSpPr>
          <p:nvPr>
            <p:ph type="title"/>
          </p:nvPr>
        </p:nvSpPr>
        <p:spPr>
          <a:xfrm>
            <a:off x="1999400" y="1910800"/>
            <a:ext cx="8193200" cy="30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19797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8777734" y="-166422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578099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232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569636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43503" y="1306168"/>
            <a:ext cx="9626597" cy="962659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49143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8099331" scaled="0"/>
        </a:gra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899402" y="-43179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6" name="Google Shape;31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10616285" y="19519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7" name="Google Shape;31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8" flipH="1">
            <a:off x="10914172" y="2984045"/>
            <a:ext cx="1111033" cy="1147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11159209" y="48887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-2697964" y="4979064"/>
            <a:ext cx="5597064" cy="623313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95403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044" scaled="0"/>
        </a:gra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32904" y="13001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100029">
            <a:off x="10414854" y="4912498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72734" y="-1919805"/>
            <a:ext cx="7717468" cy="8594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4911204" y="410666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26" name="Google Shape;32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5325503" y="4527497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8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8240400" y="500971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8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5888936">
            <a:off x="645803" y="168915"/>
            <a:ext cx="1755165" cy="18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 txBox="1">
            <a:spLocks noGrp="1"/>
          </p:cNvSpPr>
          <p:nvPr>
            <p:ph type="title"/>
          </p:nvPr>
        </p:nvSpPr>
        <p:spPr>
          <a:xfrm>
            <a:off x="7339600" y="871733"/>
            <a:ext cx="36864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28"/>
          <p:cNvSpPr txBox="1">
            <a:spLocks noGrp="1"/>
          </p:cNvSpPr>
          <p:nvPr>
            <p:ph type="subTitle" idx="1"/>
          </p:nvPr>
        </p:nvSpPr>
        <p:spPr>
          <a:xfrm>
            <a:off x="7016400" y="1653667"/>
            <a:ext cx="4009600" cy="1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12236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8100019" scaled="0"/>
        </a:gra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622138" y="-2222232"/>
            <a:ext cx="9922431" cy="9971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9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-11">
            <a:off x="6556139" y="522044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9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10800000">
            <a:off x="10124839" y="-157998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083401" y="-345648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-5072964" y="-55792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>
            <a:off x="519434" y="222509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>
            <a:spLocks noGrp="1"/>
          </p:cNvSpPr>
          <p:nvPr>
            <p:ph type="title"/>
          </p:nvPr>
        </p:nvSpPr>
        <p:spPr>
          <a:xfrm>
            <a:off x="972035" y="3411733"/>
            <a:ext cx="36864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9"/>
          <p:cNvSpPr txBox="1">
            <a:spLocks noGrp="1"/>
          </p:cNvSpPr>
          <p:nvPr>
            <p:ph type="subTitle" idx="1"/>
          </p:nvPr>
        </p:nvSpPr>
        <p:spPr>
          <a:xfrm>
            <a:off x="972033" y="4269467"/>
            <a:ext cx="3686400" cy="1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3081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42356" y="38716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856" y="41148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6390" y="38354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44" name="Google Shape;34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100029">
            <a:off x="9659342" y="503176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0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>
            <a:off x="8629714" y="5572129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>
            <a:spLocks noGrp="1"/>
          </p:cNvSpPr>
          <p:nvPr>
            <p:ph type="subTitle" idx="1"/>
          </p:nvPr>
        </p:nvSpPr>
        <p:spPr>
          <a:xfrm>
            <a:off x="6924500" y="2693400"/>
            <a:ext cx="3992400" cy="1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48" name="Google Shape;34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00">
            <a:off x="10644990" y="376717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50828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>
            <a:spLocks noGrp="1"/>
          </p:cNvSpPr>
          <p:nvPr>
            <p:ph type="subTitle" idx="1"/>
          </p:nvPr>
        </p:nvSpPr>
        <p:spPr>
          <a:xfrm flipH="1">
            <a:off x="6939767" y="2125317"/>
            <a:ext cx="4288400" cy="19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51" name="Google Shape;351;p31"/>
          <p:cNvSpPr txBox="1">
            <a:spLocks noGrp="1"/>
          </p:cNvSpPr>
          <p:nvPr>
            <p:ph type="title"/>
          </p:nvPr>
        </p:nvSpPr>
        <p:spPr>
          <a:xfrm flipH="1">
            <a:off x="6756567" y="1361733"/>
            <a:ext cx="447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352" name="Google Shape;35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229832" y="-8738333"/>
            <a:ext cx="10854469" cy="1090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1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flipH="1">
            <a:off x="6121399" y="-301511"/>
            <a:ext cx="1473199" cy="1523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19252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gradFill>
          <a:gsLst>
            <a:gs pos="0">
              <a:srgbClr val="2B2929"/>
            </a:gs>
            <a:gs pos="58999">
              <a:schemeClr val="lt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9120417" y="-90836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2916" y="2763772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99452" y="-228119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58" name="Google Shape;35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21735" y="-1863846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1451" y="278917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60" name="Google Shape;36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100029">
            <a:off x="11107237" y="371096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-5399989">
            <a:off x="10142101" y="500009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2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00">
            <a:off x="10832769" y="-537828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2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2"/>
          <p:cNvSpPr txBox="1">
            <a:spLocks noGrp="1"/>
          </p:cNvSpPr>
          <p:nvPr>
            <p:ph type="body" idx="1"/>
          </p:nvPr>
        </p:nvSpPr>
        <p:spPr>
          <a:xfrm>
            <a:off x="950967" y="1255367"/>
            <a:ext cx="8749600" cy="5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⬥"/>
              <a:defRPr/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96627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700006" scaled="0"/>
        </a:gra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55166" y="293468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6267" y="22888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9100" y="2034830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67801" y="-247674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70" name="Google Shape;37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3259" y="-2059400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>
            <a:off x="9498868" y="-30404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8701" y="-7083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73" name="Google Shape;373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699971">
            <a:off x="66686" y="504315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7970013" y="4838348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00">
            <a:off x="344093" y="350261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3"/>
          <p:cNvSpPr txBox="1">
            <a:spLocks noGrp="1"/>
          </p:cNvSpPr>
          <p:nvPr>
            <p:ph type="title"/>
          </p:nvPr>
        </p:nvSpPr>
        <p:spPr>
          <a:xfrm>
            <a:off x="1472933" y="2006000"/>
            <a:ext cx="67476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subTitle" idx="1"/>
          </p:nvPr>
        </p:nvSpPr>
        <p:spPr>
          <a:xfrm>
            <a:off x="1472800" y="3128400"/>
            <a:ext cx="6747600" cy="1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74946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53216" y="-2776551"/>
            <a:ext cx="5642800" cy="56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010197" y="1694218"/>
            <a:ext cx="8307732" cy="830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14172" y="669357"/>
            <a:ext cx="5642801" cy="5670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9133066" y="-48138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 flipH="1">
            <a:off x="1152473" y="126078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4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flipH="1">
            <a:off x="2880573" y="481585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4"/>
          <p:cNvPicPr preferRelativeResize="0"/>
          <p:nvPr/>
        </p:nvPicPr>
        <p:blipFill rotWithShape="1">
          <a:blip r:embed="rId6">
            <a:alphaModFix/>
          </a:blip>
          <a:srcRect t="21862"/>
          <a:stretch/>
        </p:blipFill>
        <p:spPr>
          <a:xfrm rot="5042225">
            <a:off x="11229617" y="3251855"/>
            <a:ext cx="1166035" cy="9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9133066" y="5373081"/>
            <a:ext cx="61581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 txBox="1">
            <a:spLocks noGrp="1"/>
          </p:cNvSpPr>
          <p:nvPr>
            <p:ph type="body" idx="1"/>
          </p:nvPr>
        </p:nvSpPr>
        <p:spPr>
          <a:xfrm>
            <a:off x="5778600" y="2469800"/>
            <a:ext cx="5505600" cy="35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 Medium"/>
              <a:buChar char="⬥"/>
              <a:defRPr sz="2133"/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●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○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SzPts val="1400"/>
              <a:buFont typeface="Darker Grotesque Medium"/>
              <a:buChar char="■"/>
              <a:defRPr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  <p:sp>
        <p:nvSpPr>
          <p:cNvPr id="388" name="Google Shape;388;p34"/>
          <p:cNvSpPr txBox="1">
            <a:spLocks noGrp="1"/>
          </p:cNvSpPr>
          <p:nvPr>
            <p:ph type="title"/>
          </p:nvPr>
        </p:nvSpPr>
        <p:spPr>
          <a:xfrm>
            <a:off x="5778600" y="860967"/>
            <a:ext cx="5505600" cy="1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53600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044" scaled="0"/>
        </a:gra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6532535" y="201999"/>
            <a:ext cx="6016165" cy="669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809608" y="1441268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100029" flipH="1">
            <a:off x="10877393" y="28196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 flipH="1">
            <a:off x="-4041462" y="-2797585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94" name="Google Shape;39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3231470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 flipH="1">
            <a:off x="857272" y="47470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342244" y="-7488533"/>
            <a:ext cx="9626597" cy="962659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5"/>
          <p:cNvSpPr txBox="1">
            <a:spLocks noGrp="1"/>
          </p:cNvSpPr>
          <p:nvPr>
            <p:ph type="title"/>
          </p:nvPr>
        </p:nvSpPr>
        <p:spPr>
          <a:xfrm>
            <a:off x="854799" y="2438333"/>
            <a:ext cx="48620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35"/>
          <p:cNvSpPr txBox="1">
            <a:spLocks noGrp="1"/>
          </p:cNvSpPr>
          <p:nvPr>
            <p:ph type="subTitle" idx="1"/>
          </p:nvPr>
        </p:nvSpPr>
        <p:spPr>
          <a:xfrm>
            <a:off x="855067" y="3277267"/>
            <a:ext cx="4862000" cy="13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  <p:pic>
        <p:nvPicPr>
          <p:cNvPr id="399" name="Google Shape;399;p35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-5400000" flipH="1">
            <a:off x="3906039" y="5223757"/>
            <a:ext cx="1473199" cy="1523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6889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044" scaled="0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9834014" y="-3100521"/>
            <a:ext cx="6415121" cy="641512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02" name="Google Shape;4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783879" y="-7488533"/>
            <a:ext cx="9004927" cy="9004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7794" y="5232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5503" y="54440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6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7339273" y="52070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7228530" y="2215735"/>
            <a:ext cx="8852132" cy="885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1440633" y="864815"/>
            <a:ext cx="4825800" cy="5374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8100029">
            <a:off x="462821" y="594331"/>
            <a:ext cx="1393631" cy="143911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6"/>
          <p:cNvSpPr txBox="1">
            <a:spLocks noGrp="1"/>
          </p:cNvSpPr>
          <p:nvPr>
            <p:ph type="title"/>
          </p:nvPr>
        </p:nvSpPr>
        <p:spPr>
          <a:xfrm>
            <a:off x="6135199" y="2315400"/>
            <a:ext cx="4862000" cy="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0" name="Google Shape;410;p36"/>
          <p:cNvSpPr txBox="1">
            <a:spLocks noGrp="1"/>
          </p:cNvSpPr>
          <p:nvPr>
            <p:ph type="subTitle" idx="1"/>
          </p:nvPr>
        </p:nvSpPr>
        <p:spPr>
          <a:xfrm>
            <a:off x="6135463" y="3314600"/>
            <a:ext cx="4862000" cy="12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90050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55700" y="38716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628764" y="41148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2928201" y="38354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15" name="Google Shape;415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100029" flipH="1">
            <a:off x="603886" y="506183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7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1253279" y="5572129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700000" flipH="1">
            <a:off x="642626" y="376717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>
            <a:spLocks noGrp="1"/>
          </p:cNvSpPr>
          <p:nvPr>
            <p:ph type="subTitle" idx="1"/>
          </p:nvPr>
        </p:nvSpPr>
        <p:spPr>
          <a:xfrm>
            <a:off x="848000" y="2700800"/>
            <a:ext cx="3992400" cy="14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/>
            </a:lvl9pPr>
          </a:lstStyle>
          <a:p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79605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700006" scaled="0"/>
        </a:gra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 txBox="1">
            <a:spLocks noGrp="1"/>
          </p:cNvSpPr>
          <p:nvPr>
            <p:ph type="title"/>
          </p:nvPr>
        </p:nvSpPr>
        <p:spPr>
          <a:xfrm>
            <a:off x="2420512" y="2006000"/>
            <a:ext cx="73512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22" name="Google Shape;422;p38"/>
          <p:cNvSpPr txBox="1">
            <a:spLocks noGrp="1"/>
          </p:cNvSpPr>
          <p:nvPr>
            <p:ph type="subTitle" idx="1"/>
          </p:nvPr>
        </p:nvSpPr>
        <p:spPr>
          <a:xfrm>
            <a:off x="2420367" y="3128400"/>
            <a:ext cx="7351200" cy="1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3" name="Google Shape;42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094853" y="40922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084415" y="34463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748649" y="3192397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707350" y="-13191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27" name="Google Shape;42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-4299711" y="-90183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138250" y="4491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29" name="Google Shape;42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28917" y="40922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0016" y="3446384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2850" y="3192397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1552" y="-1319181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33" name="Google Shape;43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7008" y="-90183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2452" y="44918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35" name="Google Shape;435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>
            <a:off x="10179317" y="1204202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9001263" y="516908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00">
            <a:off x="4972642" y="320696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 flipH="1">
            <a:off x="1860463" y="516908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8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5400000">
            <a:off x="475951" y="1204202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00">
            <a:off x="4972642" y="5566629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60892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1">
  <p:cSld name="Tittle and two column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7899385" y="-2005964"/>
            <a:ext cx="11683969" cy="11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100029">
            <a:off x="-170460" y="4688181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218924">
            <a:off x="10531175" y="304564"/>
            <a:ext cx="1393631" cy="143910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9"/>
          <p:cNvSpPr txBox="1">
            <a:spLocks noGrp="1"/>
          </p:cNvSpPr>
          <p:nvPr>
            <p:ph type="title"/>
          </p:nvPr>
        </p:nvSpPr>
        <p:spPr>
          <a:xfrm>
            <a:off x="8202967" y="1713584"/>
            <a:ext cx="3025200" cy="1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6" name="Google Shape;446;p39"/>
          <p:cNvSpPr txBox="1">
            <a:spLocks noGrp="1"/>
          </p:cNvSpPr>
          <p:nvPr>
            <p:ph type="subTitle" idx="1"/>
          </p:nvPr>
        </p:nvSpPr>
        <p:spPr>
          <a:xfrm>
            <a:off x="8203067" y="2813151"/>
            <a:ext cx="302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39"/>
          <p:cNvSpPr txBox="1">
            <a:spLocks noGrp="1"/>
          </p:cNvSpPr>
          <p:nvPr>
            <p:ph type="title" idx="2"/>
          </p:nvPr>
        </p:nvSpPr>
        <p:spPr>
          <a:xfrm>
            <a:off x="8202967" y="4151884"/>
            <a:ext cx="3025200" cy="1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8" name="Google Shape;448;p39"/>
          <p:cNvSpPr txBox="1">
            <a:spLocks noGrp="1"/>
          </p:cNvSpPr>
          <p:nvPr>
            <p:ph type="subTitle" idx="3"/>
          </p:nvPr>
        </p:nvSpPr>
        <p:spPr>
          <a:xfrm>
            <a:off x="8203067" y="5251551"/>
            <a:ext cx="302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39"/>
          <p:cNvSpPr txBox="1">
            <a:spLocks noGrp="1"/>
          </p:cNvSpPr>
          <p:nvPr>
            <p:ph type="title" idx="4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1708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2">
  <p:cSld name="Tittle and two columns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2135817" y="-43774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594484" y="4085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673536" y="-43774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54" name="Google Shape;454;p4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0350932" y="9854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699971">
            <a:off x="10805786" y="513189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277598" y="4599467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57" name="Google Shape;457;p40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27965" y="4668633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454587" y="-149137"/>
            <a:ext cx="1393629" cy="143911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0"/>
          <p:cNvSpPr txBox="1">
            <a:spLocks noGrp="1"/>
          </p:cNvSpPr>
          <p:nvPr>
            <p:ph type="title"/>
          </p:nvPr>
        </p:nvSpPr>
        <p:spPr>
          <a:xfrm>
            <a:off x="3226680" y="1807933"/>
            <a:ext cx="341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60" name="Google Shape;460;p40"/>
          <p:cNvSpPr txBox="1">
            <a:spLocks noGrp="1"/>
          </p:cNvSpPr>
          <p:nvPr>
            <p:ph type="subTitle" idx="1"/>
          </p:nvPr>
        </p:nvSpPr>
        <p:spPr>
          <a:xfrm>
            <a:off x="3226680" y="2324833"/>
            <a:ext cx="3410000" cy="11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40"/>
          <p:cNvSpPr txBox="1">
            <a:spLocks noGrp="1"/>
          </p:cNvSpPr>
          <p:nvPr>
            <p:ph type="title" idx="2"/>
          </p:nvPr>
        </p:nvSpPr>
        <p:spPr>
          <a:xfrm>
            <a:off x="5542447" y="4086333"/>
            <a:ext cx="341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62" name="Google Shape;462;p40"/>
          <p:cNvSpPr txBox="1">
            <a:spLocks noGrp="1"/>
          </p:cNvSpPr>
          <p:nvPr>
            <p:ph type="subTitle" idx="3"/>
          </p:nvPr>
        </p:nvSpPr>
        <p:spPr>
          <a:xfrm>
            <a:off x="5542447" y="4603200"/>
            <a:ext cx="3410000" cy="11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40"/>
          <p:cNvSpPr txBox="1">
            <a:spLocks noGrp="1"/>
          </p:cNvSpPr>
          <p:nvPr>
            <p:ph type="title" idx="4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5492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3">
  <p:cSld name="Tittle and two columns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523523" y="-2464410"/>
            <a:ext cx="5893400" cy="58934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66" name="Google Shape;4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826266" y="2442820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2224959" y="-2464410"/>
            <a:ext cx="5893400" cy="58934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68" name="Google Shape;4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496950" y="23602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1"/>
          <p:cNvPicPr preferRelativeResize="0"/>
          <p:nvPr/>
        </p:nvPicPr>
        <p:blipFill rotWithShape="1">
          <a:blip r:embed="rId4">
            <a:alphaModFix/>
          </a:blip>
          <a:srcRect t="39533"/>
          <a:stretch/>
        </p:blipFill>
        <p:spPr>
          <a:xfrm rot="10799942">
            <a:off x="5717601" y="5969939"/>
            <a:ext cx="1393632" cy="87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1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10527248" y="4533950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-155819" y="4291383"/>
            <a:ext cx="1755168" cy="181570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>
            <a:spLocks noGrp="1"/>
          </p:cNvSpPr>
          <p:nvPr>
            <p:ph type="title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41"/>
          <p:cNvSpPr txBox="1">
            <a:spLocks noGrp="1"/>
          </p:cNvSpPr>
          <p:nvPr>
            <p:ph type="title" idx="2"/>
          </p:nvPr>
        </p:nvSpPr>
        <p:spPr>
          <a:xfrm>
            <a:off x="1911133" y="4564200"/>
            <a:ext cx="4282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74" name="Google Shape;474;p41"/>
          <p:cNvSpPr txBox="1">
            <a:spLocks noGrp="1"/>
          </p:cNvSpPr>
          <p:nvPr>
            <p:ph type="subTitle" idx="1"/>
          </p:nvPr>
        </p:nvSpPr>
        <p:spPr>
          <a:xfrm>
            <a:off x="1911133" y="5186500"/>
            <a:ext cx="42824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475" name="Google Shape;475;p41"/>
          <p:cNvSpPr txBox="1">
            <a:spLocks noGrp="1"/>
          </p:cNvSpPr>
          <p:nvPr>
            <p:ph type="title" idx="3"/>
          </p:nvPr>
        </p:nvSpPr>
        <p:spPr>
          <a:xfrm>
            <a:off x="6389167" y="4564200"/>
            <a:ext cx="4282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76" name="Google Shape;476;p41"/>
          <p:cNvSpPr txBox="1">
            <a:spLocks noGrp="1"/>
          </p:cNvSpPr>
          <p:nvPr>
            <p:ph type="subTitle" idx="4"/>
          </p:nvPr>
        </p:nvSpPr>
        <p:spPr>
          <a:xfrm>
            <a:off x="6389168" y="5186500"/>
            <a:ext cx="42824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8569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le and two columns 4">
  <p:cSld name="Tittle and two columns 4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18900732" scaled="0"/>
        </a:gra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648918" y="-6741716"/>
            <a:ext cx="7958900" cy="796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067289" y="571516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82393" y="-172425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099995" flipH="1">
            <a:off x="4880443" y="5493361"/>
            <a:ext cx="1166007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2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flipH="1">
            <a:off x="4828166" y="3047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739118" y="4972951"/>
            <a:ext cx="7958900" cy="796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2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flipH="1">
            <a:off x="10104833" y="5566357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2"/>
          <p:cNvSpPr txBox="1">
            <a:spLocks noGrp="1"/>
          </p:cNvSpPr>
          <p:nvPr>
            <p:ph type="title"/>
          </p:nvPr>
        </p:nvSpPr>
        <p:spPr>
          <a:xfrm>
            <a:off x="6819900" y="12862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86" name="Google Shape;486;p42"/>
          <p:cNvSpPr txBox="1">
            <a:spLocks noGrp="1"/>
          </p:cNvSpPr>
          <p:nvPr>
            <p:ph type="subTitle" idx="1"/>
          </p:nvPr>
        </p:nvSpPr>
        <p:spPr>
          <a:xfrm>
            <a:off x="6820064" y="22098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42"/>
          <p:cNvSpPr txBox="1">
            <a:spLocks noGrp="1"/>
          </p:cNvSpPr>
          <p:nvPr>
            <p:ph type="title" idx="2"/>
          </p:nvPr>
        </p:nvSpPr>
        <p:spPr>
          <a:xfrm>
            <a:off x="6819900" y="37245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88" name="Google Shape;488;p42"/>
          <p:cNvSpPr txBox="1">
            <a:spLocks noGrp="1"/>
          </p:cNvSpPr>
          <p:nvPr>
            <p:ph type="subTitle" idx="3"/>
          </p:nvPr>
        </p:nvSpPr>
        <p:spPr>
          <a:xfrm>
            <a:off x="6819900" y="4648151"/>
            <a:ext cx="4244400" cy="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00841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898485" y="-41330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91" name="Google Shape;491;p43"/>
          <p:cNvPicPr preferRelativeResize="0"/>
          <p:nvPr/>
        </p:nvPicPr>
        <p:blipFill rotWithShape="1">
          <a:blip r:embed="rId3">
            <a:alphaModFix/>
          </a:blip>
          <a:srcRect l="18692"/>
          <a:stretch/>
        </p:blipFill>
        <p:spPr>
          <a:xfrm rot="8100005">
            <a:off x="10197127" y="-23654"/>
            <a:ext cx="1133152" cy="1439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3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>
            <a:off x="9965411" y="32778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42130">
            <a:off x="83314" y="5511380"/>
            <a:ext cx="1166009" cy="120403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3"/>
          <p:cNvSpPr txBox="1">
            <a:spLocks noGrp="1"/>
          </p:cNvSpPr>
          <p:nvPr>
            <p:ph type="title"/>
          </p:nvPr>
        </p:nvSpPr>
        <p:spPr>
          <a:xfrm>
            <a:off x="1250267" y="412046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5" name="Google Shape;495;p43"/>
          <p:cNvSpPr txBox="1">
            <a:spLocks noGrp="1"/>
          </p:cNvSpPr>
          <p:nvPr>
            <p:ph type="subTitle" idx="1"/>
          </p:nvPr>
        </p:nvSpPr>
        <p:spPr>
          <a:xfrm>
            <a:off x="1250267" y="48492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496" name="Google Shape;496;p43"/>
          <p:cNvSpPr txBox="1">
            <a:spLocks noGrp="1"/>
          </p:cNvSpPr>
          <p:nvPr>
            <p:ph type="title" idx="2"/>
          </p:nvPr>
        </p:nvSpPr>
        <p:spPr>
          <a:xfrm>
            <a:off x="4645892" y="412046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7" name="Google Shape;497;p43"/>
          <p:cNvSpPr txBox="1">
            <a:spLocks noGrp="1"/>
          </p:cNvSpPr>
          <p:nvPr>
            <p:ph type="subTitle" idx="3"/>
          </p:nvPr>
        </p:nvSpPr>
        <p:spPr>
          <a:xfrm>
            <a:off x="4645895" y="48492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498" name="Google Shape;498;p43"/>
          <p:cNvSpPr txBox="1">
            <a:spLocks noGrp="1"/>
          </p:cNvSpPr>
          <p:nvPr>
            <p:ph type="title" idx="4"/>
          </p:nvPr>
        </p:nvSpPr>
        <p:spPr>
          <a:xfrm>
            <a:off x="8041529" y="412046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99" name="Google Shape;499;p43"/>
          <p:cNvSpPr txBox="1">
            <a:spLocks noGrp="1"/>
          </p:cNvSpPr>
          <p:nvPr>
            <p:ph type="subTitle" idx="5"/>
          </p:nvPr>
        </p:nvSpPr>
        <p:spPr>
          <a:xfrm>
            <a:off x="8041529" y="4849233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00" name="Google Shape;500;p43"/>
          <p:cNvSpPr txBox="1">
            <a:spLocks noGrp="1"/>
          </p:cNvSpPr>
          <p:nvPr>
            <p:ph type="title" idx="6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951681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46096" y="4371284"/>
            <a:ext cx="6199309" cy="619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84054" y="1724117"/>
            <a:ext cx="6786799" cy="7558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46096" y="-3421349"/>
            <a:ext cx="6199309" cy="619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6662782" y="-2163816"/>
            <a:ext cx="7958900" cy="796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4"/>
          <p:cNvPicPr preferRelativeResize="0"/>
          <p:nvPr/>
        </p:nvPicPr>
        <p:blipFill rotWithShape="1">
          <a:blip r:embed="rId5">
            <a:alphaModFix/>
          </a:blip>
          <a:srcRect l="23890"/>
          <a:stretch/>
        </p:blipFill>
        <p:spPr>
          <a:xfrm rot="5399939">
            <a:off x="8940135" y="-249318"/>
            <a:ext cx="1060701" cy="143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44"/>
          <p:cNvPicPr preferRelativeResize="0"/>
          <p:nvPr/>
        </p:nvPicPr>
        <p:blipFill rotWithShape="1">
          <a:blip r:embed="rId5">
            <a:alphaModFix/>
          </a:blip>
          <a:srcRect r="20578" b="26057"/>
          <a:stretch/>
        </p:blipFill>
        <p:spPr>
          <a:xfrm rot="-142129">
            <a:off x="11378872" y="6091159"/>
            <a:ext cx="926027" cy="89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4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4597390" y="3036722"/>
            <a:ext cx="1473199" cy="152399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4"/>
          <p:cNvSpPr txBox="1">
            <a:spLocks noGrp="1"/>
          </p:cNvSpPr>
          <p:nvPr>
            <p:ph type="title"/>
          </p:nvPr>
        </p:nvSpPr>
        <p:spPr>
          <a:xfrm>
            <a:off x="8026867" y="1465767"/>
            <a:ext cx="2887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10" name="Google Shape;510;p44"/>
          <p:cNvSpPr txBox="1">
            <a:spLocks noGrp="1"/>
          </p:cNvSpPr>
          <p:nvPr>
            <p:ph type="subTitle" idx="1"/>
          </p:nvPr>
        </p:nvSpPr>
        <p:spPr>
          <a:xfrm>
            <a:off x="8026867" y="2089299"/>
            <a:ext cx="28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11" name="Google Shape;511;p44"/>
          <p:cNvSpPr txBox="1">
            <a:spLocks noGrp="1"/>
          </p:cNvSpPr>
          <p:nvPr>
            <p:ph type="title" idx="2"/>
          </p:nvPr>
        </p:nvSpPr>
        <p:spPr>
          <a:xfrm>
            <a:off x="8026867" y="3062140"/>
            <a:ext cx="2887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12" name="Google Shape;512;p44"/>
          <p:cNvSpPr txBox="1">
            <a:spLocks noGrp="1"/>
          </p:cNvSpPr>
          <p:nvPr>
            <p:ph type="subTitle" idx="3"/>
          </p:nvPr>
        </p:nvSpPr>
        <p:spPr>
          <a:xfrm>
            <a:off x="8026867" y="3685665"/>
            <a:ext cx="28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13" name="Google Shape;513;p44"/>
          <p:cNvSpPr txBox="1">
            <a:spLocks noGrp="1"/>
          </p:cNvSpPr>
          <p:nvPr>
            <p:ph type="title" idx="4"/>
          </p:nvPr>
        </p:nvSpPr>
        <p:spPr>
          <a:xfrm>
            <a:off x="8026867" y="4658497"/>
            <a:ext cx="28872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14" name="Google Shape;514;p44"/>
          <p:cNvSpPr txBox="1">
            <a:spLocks noGrp="1"/>
          </p:cNvSpPr>
          <p:nvPr>
            <p:ph type="subTitle" idx="5"/>
          </p:nvPr>
        </p:nvSpPr>
        <p:spPr>
          <a:xfrm>
            <a:off x="8026867" y="5282033"/>
            <a:ext cx="28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15" name="Google Shape;515;p44"/>
          <p:cNvSpPr txBox="1">
            <a:spLocks noGrp="1"/>
          </p:cNvSpPr>
          <p:nvPr>
            <p:ph type="title" idx="6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94648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595716" flipH="1">
            <a:off x="148593" y="4415535"/>
            <a:ext cx="709183" cy="73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595716">
            <a:off x="11297913" y="4415535"/>
            <a:ext cx="709183" cy="73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-3624017" y="301183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9702815" y="-2090165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8382017" y="-2018664"/>
            <a:ext cx="11683969" cy="11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7899385" y="-2005964"/>
            <a:ext cx="11683969" cy="11683997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5"/>
          <p:cNvSpPr txBox="1">
            <a:spLocks noGrp="1"/>
          </p:cNvSpPr>
          <p:nvPr>
            <p:ph type="title"/>
          </p:nvPr>
        </p:nvSpPr>
        <p:spPr>
          <a:xfrm>
            <a:off x="3334728" y="20941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24" name="Google Shape;524;p45"/>
          <p:cNvSpPr txBox="1">
            <a:spLocks noGrp="1"/>
          </p:cNvSpPr>
          <p:nvPr>
            <p:ph type="subTitle" idx="1"/>
          </p:nvPr>
        </p:nvSpPr>
        <p:spPr>
          <a:xfrm>
            <a:off x="3334728" y="27746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25" name="Google Shape;525;p45"/>
          <p:cNvSpPr txBox="1">
            <a:spLocks noGrp="1"/>
          </p:cNvSpPr>
          <p:nvPr>
            <p:ph type="title" idx="2"/>
          </p:nvPr>
        </p:nvSpPr>
        <p:spPr>
          <a:xfrm>
            <a:off x="6219672" y="20941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26" name="Google Shape;526;p45"/>
          <p:cNvSpPr txBox="1">
            <a:spLocks noGrp="1"/>
          </p:cNvSpPr>
          <p:nvPr>
            <p:ph type="subTitle" idx="3"/>
          </p:nvPr>
        </p:nvSpPr>
        <p:spPr>
          <a:xfrm>
            <a:off x="6219667" y="27746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27" name="Google Shape;527;p45"/>
          <p:cNvSpPr txBox="1">
            <a:spLocks noGrp="1"/>
          </p:cNvSpPr>
          <p:nvPr>
            <p:ph type="title" idx="4"/>
          </p:nvPr>
        </p:nvSpPr>
        <p:spPr>
          <a:xfrm>
            <a:off x="3334728" y="40053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28" name="Google Shape;528;p45"/>
          <p:cNvSpPr txBox="1">
            <a:spLocks noGrp="1"/>
          </p:cNvSpPr>
          <p:nvPr>
            <p:ph type="subTitle" idx="5"/>
          </p:nvPr>
        </p:nvSpPr>
        <p:spPr>
          <a:xfrm>
            <a:off x="3334728" y="46858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29" name="Google Shape;529;p45"/>
          <p:cNvSpPr txBox="1">
            <a:spLocks noGrp="1"/>
          </p:cNvSpPr>
          <p:nvPr>
            <p:ph type="title" idx="6"/>
          </p:nvPr>
        </p:nvSpPr>
        <p:spPr>
          <a:xfrm>
            <a:off x="6219672" y="4005367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30" name="Google Shape;530;p45"/>
          <p:cNvSpPr txBox="1">
            <a:spLocks noGrp="1"/>
          </p:cNvSpPr>
          <p:nvPr>
            <p:ph type="subTitle" idx="7"/>
          </p:nvPr>
        </p:nvSpPr>
        <p:spPr>
          <a:xfrm>
            <a:off x="6219667" y="46858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31" name="Google Shape;531;p45"/>
          <p:cNvSpPr txBox="1">
            <a:spLocks noGrp="1"/>
          </p:cNvSpPr>
          <p:nvPr>
            <p:ph type="title" idx="8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32" name="Google Shape;5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8099995" flipH="1">
            <a:off x="8939477" y="431161"/>
            <a:ext cx="1166007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47874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515301" y="-41048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668901" y="3818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490268" y="-244493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718086" y="-366753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38" name="Google Shape;538;p46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9683248" y="277950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580749" y="447800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40" name="Google Shape;540;p46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>
            <a:off x="1755148" y="541496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163187" y="-705371"/>
            <a:ext cx="1393629" cy="143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011484" y="38185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700057">
            <a:off x="10801652" y="5383629"/>
            <a:ext cx="1393629" cy="143911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6"/>
          <p:cNvSpPr txBox="1">
            <a:spLocks noGrp="1"/>
          </p:cNvSpPr>
          <p:nvPr>
            <p:ph type="title"/>
          </p:nvPr>
        </p:nvSpPr>
        <p:spPr>
          <a:xfrm>
            <a:off x="1453512" y="16228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5" name="Google Shape;545;p46"/>
          <p:cNvSpPr txBox="1">
            <a:spLocks noGrp="1"/>
          </p:cNvSpPr>
          <p:nvPr>
            <p:ph type="subTitle" idx="1"/>
          </p:nvPr>
        </p:nvSpPr>
        <p:spPr>
          <a:xfrm>
            <a:off x="1453512" y="23032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46" name="Google Shape;546;p46"/>
          <p:cNvSpPr txBox="1">
            <a:spLocks noGrp="1"/>
          </p:cNvSpPr>
          <p:nvPr>
            <p:ph type="title" idx="2"/>
          </p:nvPr>
        </p:nvSpPr>
        <p:spPr>
          <a:xfrm>
            <a:off x="8100888" y="25891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7" name="Google Shape;547;p46"/>
          <p:cNvSpPr txBox="1">
            <a:spLocks noGrp="1"/>
          </p:cNvSpPr>
          <p:nvPr>
            <p:ph type="subTitle" idx="3"/>
          </p:nvPr>
        </p:nvSpPr>
        <p:spPr>
          <a:xfrm>
            <a:off x="8100883" y="32695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48" name="Google Shape;548;p46"/>
          <p:cNvSpPr txBox="1">
            <a:spLocks noGrp="1"/>
          </p:cNvSpPr>
          <p:nvPr>
            <p:ph type="title" idx="4"/>
          </p:nvPr>
        </p:nvSpPr>
        <p:spPr>
          <a:xfrm>
            <a:off x="1453512" y="35340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9" name="Google Shape;549;p46"/>
          <p:cNvSpPr txBox="1">
            <a:spLocks noGrp="1"/>
          </p:cNvSpPr>
          <p:nvPr>
            <p:ph type="subTitle" idx="5"/>
          </p:nvPr>
        </p:nvSpPr>
        <p:spPr>
          <a:xfrm>
            <a:off x="1453512" y="42144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50" name="Google Shape;550;p46"/>
          <p:cNvSpPr txBox="1">
            <a:spLocks noGrp="1"/>
          </p:cNvSpPr>
          <p:nvPr>
            <p:ph type="title" idx="6"/>
          </p:nvPr>
        </p:nvSpPr>
        <p:spPr>
          <a:xfrm>
            <a:off x="8100888" y="4500333"/>
            <a:ext cx="263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51" name="Google Shape;551;p46"/>
          <p:cNvSpPr txBox="1">
            <a:spLocks noGrp="1"/>
          </p:cNvSpPr>
          <p:nvPr>
            <p:ph type="subTitle" idx="7"/>
          </p:nvPr>
        </p:nvSpPr>
        <p:spPr>
          <a:xfrm>
            <a:off x="8100883" y="5180767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52" name="Google Shape;552;p46"/>
          <p:cNvSpPr txBox="1">
            <a:spLocks noGrp="1"/>
          </p:cNvSpPr>
          <p:nvPr>
            <p:ph type="title" idx="8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96030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4278614" y="333115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55" name="Google Shape;5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57">
            <a:off x="10222936" y="153996"/>
            <a:ext cx="1393629" cy="143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534650" y="-40796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7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9861765" y="-13336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57">
            <a:off x="500636" y="153996"/>
            <a:ext cx="1393629" cy="1439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3500785" y="-40796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7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-5400000">
            <a:off x="91465" y="-133368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9599720" y="3331152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62" name="Google Shape;562;p47"/>
          <p:cNvSpPr txBox="1">
            <a:spLocks noGrp="1"/>
          </p:cNvSpPr>
          <p:nvPr>
            <p:ph type="title"/>
          </p:nvPr>
        </p:nvSpPr>
        <p:spPr>
          <a:xfrm>
            <a:off x="957400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47"/>
          <p:cNvSpPr txBox="1">
            <a:spLocks noGrp="1"/>
          </p:cNvSpPr>
          <p:nvPr>
            <p:ph type="title" idx="2"/>
          </p:nvPr>
        </p:nvSpPr>
        <p:spPr>
          <a:xfrm>
            <a:off x="2628467" y="2300300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64" name="Google Shape;564;p47"/>
          <p:cNvSpPr txBox="1">
            <a:spLocks noGrp="1"/>
          </p:cNvSpPr>
          <p:nvPr>
            <p:ph type="subTitle" idx="1"/>
          </p:nvPr>
        </p:nvSpPr>
        <p:spPr>
          <a:xfrm>
            <a:off x="2628467" y="2778300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65" name="Google Shape;565;p47"/>
          <p:cNvSpPr txBox="1">
            <a:spLocks noGrp="1"/>
          </p:cNvSpPr>
          <p:nvPr>
            <p:ph type="title" idx="3"/>
          </p:nvPr>
        </p:nvSpPr>
        <p:spPr>
          <a:xfrm>
            <a:off x="7950833" y="2300300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66" name="Google Shape;566;p47"/>
          <p:cNvSpPr txBox="1">
            <a:spLocks noGrp="1"/>
          </p:cNvSpPr>
          <p:nvPr>
            <p:ph type="subTitle" idx="4"/>
          </p:nvPr>
        </p:nvSpPr>
        <p:spPr>
          <a:xfrm>
            <a:off x="7950833" y="2778300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67" name="Google Shape;567;p47"/>
          <p:cNvSpPr txBox="1">
            <a:spLocks noGrp="1"/>
          </p:cNvSpPr>
          <p:nvPr>
            <p:ph type="title" idx="5"/>
          </p:nvPr>
        </p:nvSpPr>
        <p:spPr>
          <a:xfrm>
            <a:off x="2628467" y="4103133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68" name="Google Shape;568;p47"/>
          <p:cNvSpPr txBox="1">
            <a:spLocks noGrp="1"/>
          </p:cNvSpPr>
          <p:nvPr>
            <p:ph type="subTitle" idx="6"/>
          </p:nvPr>
        </p:nvSpPr>
        <p:spPr>
          <a:xfrm>
            <a:off x="2628467" y="4581133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69" name="Google Shape;569;p47"/>
          <p:cNvSpPr txBox="1">
            <a:spLocks noGrp="1"/>
          </p:cNvSpPr>
          <p:nvPr>
            <p:ph type="title" idx="7"/>
          </p:nvPr>
        </p:nvSpPr>
        <p:spPr>
          <a:xfrm>
            <a:off x="7950833" y="4103133"/>
            <a:ext cx="30748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70" name="Google Shape;570;p47"/>
          <p:cNvSpPr txBox="1">
            <a:spLocks noGrp="1"/>
          </p:cNvSpPr>
          <p:nvPr>
            <p:ph type="subTitle" idx="8"/>
          </p:nvPr>
        </p:nvSpPr>
        <p:spPr>
          <a:xfrm>
            <a:off x="7950833" y="4581133"/>
            <a:ext cx="30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86244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458782" y="1450786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8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10800000" flipH="1">
            <a:off x="191694" y="47265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92785" y="1450786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8"/>
          <p:cNvPicPr preferRelativeResize="0"/>
          <p:nvPr/>
        </p:nvPicPr>
        <p:blipFill rotWithShape="1">
          <a:blip r:embed="rId3">
            <a:alphaModFix/>
          </a:blip>
          <a:srcRect l="24986" t="19560" r="27255" b="27830"/>
          <a:stretch/>
        </p:blipFill>
        <p:spPr>
          <a:xfrm rot="10800000">
            <a:off x="10527111" y="472657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9104270" y="-3792248"/>
            <a:ext cx="4584100" cy="510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8"/>
          <p:cNvPicPr preferRelativeResize="0"/>
          <p:nvPr/>
        </p:nvPicPr>
        <p:blipFill rotWithShape="1">
          <a:blip r:embed="rId5">
            <a:alphaModFix/>
          </a:blip>
          <a:srcRect r="39602"/>
          <a:stretch/>
        </p:blipFill>
        <p:spPr>
          <a:xfrm rot="-5399942" flipH="1">
            <a:off x="1542086" y="5744828"/>
            <a:ext cx="841700" cy="143912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8"/>
          <p:cNvSpPr txBox="1">
            <a:spLocks noGrp="1"/>
          </p:cNvSpPr>
          <p:nvPr>
            <p:ph type="title"/>
          </p:nvPr>
        </p:nvSpPr>
        <p:spPr>
          <a:xfrm>
            <a:off x="1468233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79" name="Google Shape;579;p48"/>
          <p:cNvSpPr txBox="1">
            <a:spLocks noGrp="1"/>
          </p:cNvSpPr>
          <p:nvPr>
            <p:ph type="subTitle" idx="1"/>
          </p:nvPr>
        </p:nvSpPr>
        <p:spPr>
          <a:xfrm>
            <a:off x="14682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0" name="Google Shape;580;p48"/>
          <p:cNvSpPr txBox="1">
            <a:spLocks noGrp="1"/>
          </p:cNvSpPr>
          <p:nvPr>
            <p:ph type="title" idx="2"/>
          </p:nvPr>
        </p:nvSpPr>
        <p:spPr>
          <a:xfrm>
            <a:off x="4771931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1" name="Google Shape;581;p48"/>
          <p:cNvSpPr txBox="1">
            <a:spLocks noGrp="1"/>
          </p:cNvSpPr>
          <p:nvPr>
            <p:ph type="subTitle" idx="3"/>
          </p:nvPr>
        </p:nvSpPr>
        <p:spPr>
          <a:xfrm>
            <a:off x="47719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2" name="Google Shape;582;p48"/>
          <p:cNvSpPr txBox="1">
            <a:spLocks noGrp="1"/>
          </p:cNvSpPr>
          <p:nvPr>
            <p:ph type="title" idx="4"/>
          </p:nvPr>
        </p:nvSpPr>
        <p:spPr>
          <a:xfrm>
            <a:off x="3120151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3" name="Google Shape;583;p48"/>
          <p:cNvSpPr txBox="1">
            <a:spLocks noGrp="1"/>
          </p:cNvSpPr>
          <p:nvPr>
            <p:ph type="subTitle" idx="5"/>
          </p:nvPr>
        </p:nvSpPr>
        <p:spPr>
          <a:xfrm>
            <a:off x="3120100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4" name="Google Shape;584;p48"/>
          <p:cNvSpPr txBox="1">
            <a:spLocks noGrp="1"/>
          </p:cNvSpPr>
          <p:nvPr>
            <p:ph type="title" idx="6"/>
          </p:nvPr>
        </p:nvSpPr>
        <p:spPr>
          <a:xfrm>
            <a:off x="6423847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5" name="Google Shape;585;p48"/>
          <p:cNvSpPr txBox="1">
            <a:spLocks noGrp="1"/>
          </p:cNvSpPr>
          <p:nvPr>
            <p:ph type="subTitle" idx="7"/>
          </p:nvPr>
        </p:nvSpPr>
        <p:spPr>
          <a:xfrm>
            <a:off x="6423800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6" name="Google Shape;586;p48"/>
          <p:cNvSpPr txBox="1">
            <a:spLocks noGrp="1"/>
          </p:cNvSpPr>
          <p:nvPr>
            <p:ph type="title" idx="8"/>
          </p:nvPr>
        </p:nvSpPr>
        <p:spPr>
          <a:xfrm>
            <a:off x="8075636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7" name="Google Shape;587;p48"/>
          <p:cNvSpPr txBox="1">
            <a:spLocks noGrp="1"/>
          </p:cNvSpPr>
          <p:nvPr>
            <p:ph type="subTitle" idx="9"/>
          </p:nvPr>
        </p:nvSpPr>
        <p:spPr>
          <a:xfrm>
            <a:off x="80756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88" name="Google Shape;588;p48"/>
          <p:cNvSpPr txBox="1">
            <a:spLocks noGrp="1"/>
          </p:cNvSpPr>
          <p:nvPr>
            <p:ph type="title" idx="13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89" name="Google Shape;58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1509230" y="-3792248"/>
            <a:ext cx="4584100" cy="510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8"/>
          <p:cNvPicPr preferRelativeResize="0"/>
          <p:nvPr/>
        </p:nvPicPr>
        <p:blipFill rotWithShape="1">
          <a:blip r:embed="rId5">
            <a:alphaModFix/>
          </a:blip>
          <a:srcRect r="39602"/>
          <a:stretch/>
        </p:blipFill>
        <p:spPr>
          <a:xfrm rot="-5399942" flipH="1">
            <a:off x="9720186" y="5744828"/>
            <a:ext cx="841700" cy="1439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8727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11306734" y="252668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592201" y="-2528765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9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10800000" flipH="1">
            <a:off x="58277" y="747025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9"/>
          <p:cNvPicPr preferRelativeResize="0"/>
          <p:nvPr/>
        </p:nvPicPr>
        <p:blipFill rotWithShape="1">
          <a:blip r:embed="rId5">
            <a:alphaModFix/>
          </a:blip>
          <a:srcRect t="26836"/>
          <a:stretch/>
        </p:blipFill>
        <p:spPr>
          <a:xfrm rot="-3266238" flipH="1">
            <a:off x="-295262" y="3014871"/>
            <a:ext cx="1393627" cy="1052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9"/>
          <p:cNvPicPr preferRelativeResize="0"/>
          <p:nvPr/>
        </p:nvPicPr>
        <p:blipFill rotWithShape="1">
          <a:blip r:embed="rId5">
            <a:alphaModFix/>
          </a:blip>
          <a:srcRect r="22630"/>
          <a:stretch/>
        </p:blipFill>
        <p:spPr>
          <a:xfrm rot="10510437" flipH="1">
            <a:off x="11326511" y="3541315"/>
            <a:ext cx="902141" cy="120403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9"/>
          <p:cNvSpPr txBox="1">
            <a:spLocks noGrp="1"/>
          </p:cNvSpPr>
          <p:nvPr>
            <p:ph type="title"/>
          </p:nvPr>
        </p:nvSpPr>
        <p:spPr>
          <a:xfrm>
            <a:off x="1468233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98" name="Google Shape;598;p49"/>
          <p:cNvSpPr txBox="1">
            <a:spLocks noGrp="1"/>
          </p:cNvSpPr>
          <p:nvPr>
            <p:ph type="subTitle" idx="1"/>
          </p:nvPr>
        </p:nvSpPr>
        <p:spPr>
          <a:xfrm>
            <a:off x="14682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599" name="Google Shape;599;p49"/>
          <p:cNvSpPr txBox="1">
            <a:spLocks noGrp="1"/>
          </p:cNvSpPr>
          <p:nvPr>
            <p:ph type="title" idx="2"/>
          </p:nvPr>
        </p:nvSpPr>
        <p:spPr>
          <a:xfrm>
            <a:off x="4771931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0" name="Google Shape;600;p49"/>
          <p:cNvSpPr txBox="1">
            <a:spLocks noGrp="1"/>
          </p:cNvSpPr>
          <p:nvPr>
            <p:ph type="subTitle" idx="3"/>
          </p:nvPr>
        </p:nvSpPr>
        <p:spPr>
          <a:xfrm>
            <a:off x="4771929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1" name="Google Shape;601;p49"/>
          <p:cNvSpPr txBox="1">
            <a:spLocks noGrp="1"/>
          </p:cNvSpPr>
          <p:nvPr>
            <p:ph type="title" idx="4"/>
          </p:nvPr>
        </p:nvSpPr>
        <p:spPr>
          <a:xfrm>
            <a:off x="1468233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2" name="Google Shape;602;p49"/>
          <p:cNvSpPr txBox="1">
            <a:spLocks noGrp="1"/>
          </p:cNvSpPr>
          <p:nvPr>
            <p:ph type="subTitle" idx="5"/>
          </p:nvPr>
        </p:nvSpPr>
        <p:spPr>
          <a:xfrm>
            <a:off x="1468233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3" name="Google Shape;603;p49"/>
          <p:cNvSpPr txBox="1">
            <a:spLocks noGrp="1"/>
          </p:cNvSpPr>
          <p:nvPr>
            <p:ph type="title" idx="6"/>
          </p:nvPr>
        </p:nvSpPr>
        <p:spPr>
          <a:xfrm>
            <a:off x="4771931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4" name="Google Shape;604;p49"/>
          <p:cNvSpPr txBox="1">
            <a:spLocks noGrp="1"/>
          </p:cNvSpPr>
          <p:nvPr>
            <p:ph type="subTitle" idx="7"/>
          </p:nvPr>
        </p:nvSpPr>
        <p:spPr>
          <a:xfrm>
            <a:off x="4771929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5" name="Google Shape;605;p49"/>
          <p:cNvSpPr txBox="1">
            <a:spLocks noGrp="1"/>
          </p:cNvSpPr>
          <p:nvPr>
            <p:ph type="title" idx="8"/>
          </p:nvPr>
        </p:nvSpPr>
        <p:spPr>
          <a:xfrm>
            <a:off x="8075636" y="23073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6" name="Google Shape;606;p49"/>
          <p:cNvSpPr txBox="1">
            <a:spLocks noGrp="1"/>
          </p:cNvSpPr>
          <p:nvPr>
            <p:ph type="subTitle" idx="9"/>
          </p:nvPr>
        </p:nvSpPr>
        <p:spPr>
          <a:xfrm>
            <a:off x="8075633" y="29086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7" name="Google Shape;607;p49"/>
          <p:cNvSpPr txBox="1">
            <a:spLocks noGrp="1"/>
          </p:cNvSpPr>
          <p:nvPr>
            <p:ph type="title" idx="13"/>
          </p:nvPr>
        </p:nvSpPr>
        <p:spPr>
          <a:xfrm>
            <a:off x="8075636" y="4726500"/>
            <a:ext cx="26480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8" name="Google Shape;608;p49"/>
          <p:cNvSpPr txBox="1">
            <a:spLocks noGrp="1"/>
          </p:cNvSpPr>
          <p:nvPr>
            <p:ph type="subTitle" idx="14"/>
          </p:nvPr>
        </p:nvSpPr>
        <p:spPr>
          <a:xfrm>
            <a:off x="8075633" y="5327833"/>
            <a:ext cx="264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09" name="Google Shape;609;p49"/>
          <p:cNvSpPr txBox="1">
            <a:spLocks noGrp="1"/>
          </p:cNvSpPr>
          <p:nvPr>
            <p:ph type="title" idx="15"/>
          </p:nvPr>
        </p:nvSpPr>
        <p:spPr>
          <a:xfrm>
            <a:off x="950967" y="491767"/>
            <a:ext cx="1027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95075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012" scaled="0"/>
        </a:gra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2641166" y="-1730898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27698" y="-638698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331799" y="-634732"/>
            <a:ext cx="8000836" cy="813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>
            <a:off x="10032001" y="4610800"/>
            <a:ext cx="1585331" cy="16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5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5400000">
            <a:off x="10055417" y="381699"/>
            <a:ext cx="1585331" cy="164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72000" y="3181664"/>
            <a:ext cx="668968" cy="690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2700000">
            <a:off x="10547191" y="4104807"/>
            <a:ext cx="696420" cy="674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2700036">
            <a:off x="11412641" y="924659"/>
            <a:ext cx="1167993" cy="1006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-3727697" y="1994373"/>
            <a:ext cx="7098497" cy="709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50"/>
          <p:cNvPicPr preferRelativeResize="0"/>
          <p:nvPr/>
        </p:nvPicPr>
        <p:blipFill rotWithShape="1">
          <a:blip r:embed="rId5">
            <a:alphaModFix/>
          </a:blip>
          <a:srcRect l="24986" t="19560" r="27255" b="27830"/>
          <a:stretch/>
        </p:blipFill>
        <p:spPr>
          <a:xfrm rot="10800000">
            <a:off x="350468" y="3546650"/>
            <a:ext cx="1585331" cy="164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2700036">
            <a:off x="807374" y="5192224"/>
            <a:ext cx="1167993" cy="1006053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0"/>
          <p:cNvSpPr txBox="1">
            <a:spLocks noGrp="1"/>
          </p:cNvSpPr>
          <p:nvPr>
            <p:ph type="ctrTitle"/>
          </p:nvPr>
        </p:nvSpPr>
        <p:spPr>
          <a:xfrm>
            <a:off x="3243800" y="787400"/>
            <a:ext cx="5704400" cy="11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400" b="1"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623" name="Google Shape;623;p50"/>
          <p:cNvSpPr txBox="1">
            <a:spLocks noGrp="1"/>
          </p:cNvSpPr>
          <p:nvPr>
            <p:ph type="subTitle" idx="1"/>
          </p:nvPr>
        </p:nvSpPr>
        <p:spPr>
          <a:xfrm>
            <a:off x="3243800" y="2858800"/>
            <a:ext cx="5704400" cy="1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>
                <a:solidFill>
                  <a:srgbClr val="D9D9D9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624" name="Google Shape;624;p50"/>
          <p:cNvSpPr txBox="1"/>
          <p:nvPr/>
        </p:nvSpPr>
        <p:spPr>
          <a:xfrm>
            <a:off x="3743600" y="4787000"/>
            <a:ext cx="47048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344926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2698631" scaled="0"/>
        </a:gra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909785" y="-1644961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3130747" y="2027172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3388682" y="-301779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29" name="Google Shape;62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-2974385" y="-2608431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2880682" y="2052573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31" name="Google Shape;631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100029" flipH="1">
            <a:off x="867903" y="2974369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1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399989" flipH="1">
            <a:off x="1753461" y="4263491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1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flipH="1">
            <a:off x="854915" y="207053"/>
            <a:ext cx="1755168" cy="18157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106133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4666156" y="-3730873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4958656" y="-6742603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7350190" y="-3694606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38" name="Google Shape;638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99971" flipH="1">
            <a:off x="9583142" y="212257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2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400000" flipH="1">
            <a:off x="8553514" y="-97331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100000" flipH="1">
            <a:off x="10568790" y="5418041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09834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2204186" y="738167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676848" y="1609200"/>
            <a:ext cx="9626597" cy="962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654265" y="4042033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857315" y="40007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46" name="Google Shape;64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71612" y="4424740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799942">
            <a:off x="10667267" y="304579"/>
            <a:ext cx="1393629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53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>
            <a:off x="901623" y="1838557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3"/>
          <p:cNvPicPr preferRelativeResize="0"/>
          <p:nvPr/>
        </p:nvPicPr>
        <p:blipFill rotWithShape="1">
          <a:blip r:embed="rId7">
            <a:alphaModFix/>
          </a:blip>
          <a:srcRect l="24986" t="19560" r="27255" b="27830"/>
          <a:stretch/>
        </p:blipFill>
        <p:spPr>
          <a:xfrm rot="10800000">
            <a:off x="5757179" y="4501535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700000">
            <a:off x="291878" y="3133353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1088949" y="4431634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77855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-4064001" y="2057402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419601" y="-88899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55" name="Google Shape;65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601202" y="13569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56" name="Google Shape;65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66691" flipH="1">
            <a:off x="10632167" y="-225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54"/>
          <p:cNvPicPr preferRelativeResize="0"/>
          <p:nvPr/>
        </p:nvPicPr>
        <p:blipFill rotWithShape="1">
          <a:blip r:embed="rId6">
            <a:alphaModFix/>
          </a:blip>
          <a:srcRect l="24986" t="19560" r="27255" b="27830"/>
          <a:stretch/>
        </p:blipFill>
        <p:spPr>
          <a:xfrm rot="-5366725" flipH="1">
            <a:off x="10592389" y="5092189"/>
            <a:ext cx="1473199" cy="1523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799948" flipH="1">
            <a:off x="-467635" y="491775"/>
            <a:ext cx="1393632" cy="14391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2314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403688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9874162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62" name="Google Shape;662;p5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9899523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73025" y="-2591234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540146" y="-2004818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65" name="Google Shape;66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199888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55"/>
          <p:cNvPicPr preferRelativeResize="0"/>
          <p:nvPr/>
        </p:nvPicPr>
        <p:blipFill rotWithShape="1">
          <a:blip r:embed="rId4">
            <a:alphaModFix/>
          </a:blip>
          <a:srcRect l="24986" t="19560" r="27255" b="27830"/>
          <a:stretch/>
        </p:blipFill>
        <p:spPr>
          <a:xfrm rot="-5400000" flipH="1">
            <a:off x="770890" y="845824"/>
            <a:ext cx="1473199" cy="152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00000" flipH="1">
            <a:off x="5812935" y="6150617"/>
            <a:ext cx="1166009" cy="120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8166003" y="5693729"/>
            <a:ext cx="6024901" cy="6027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40800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Background 5">
    <p:bg>
      <p:bgPr>
        <a:gradFill>
          <a:gsLst>
            <a:gs pos="0">
              <a:srgbClr val="2B2929"/>
            </a:gs>
            <a:gs pos="100000">
              <a:srgbClr val="010203"/>
            </a:gs>
          </a:gsLst>
          <a:lin ang="5400700" scaled="0"/>
        </a:gra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2504498" y="-3662869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594" y="4535433"/>
            <a:ext cx="6861353" cy="68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504497" y="3563366"/>
            <a:ext cx="6158137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4227265" y="2434400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74" name="Google Shape;67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808464" y="2843764"/>
            <a:ext cx="6024901" cy="6027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7908770" y="-3573769"/>
            <a:ext cx="6858001" cy="68580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76" name="Google Shape;676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099971">
            <a:off x="8213473" y="25778"/>
            <a:ext cx="1393631" cy="143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6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 rot="5400011">
            <a:off x="11237289" y="939943"/>
            <a:ext cx="1473203" cy="152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56"/>
          <p:cNvPicPr preferRelativeResize="0"/>
          <p:nvPr/>
        </p:nvPicPr>
        <p:blipFill rotWithShape="1">
          <a:blip r:embed="rId8">
            <a:alphaModFix/>
          </a:blip>
          <a:srcRect l="24986" t="19560" r="27255" b="27830"/>
          <a:stretch/>
        </p:blipFill>
        <p:spPr>
          <a:xfrm>
            <a:off x="282436" y="3987946"/>
            <a:ext cx="1755168" cy="181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8100000">
            <a:off x="3774534" y="6186009"/>
            <a:ext cx="1166009" cy="1204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875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71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60.xml"/><Relationship Id="rId52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4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24.xml"/><Relationship Id="rId51" Type="http://schemas.openxmlformats.org/officeDocument/2006/relationships/slideLayout" Target="../slideLayouts/slideLayout67.xml"/><Relationship Id="rId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36.xml"/><Relationship Id="rId41" Type="http://schemas.openxmlformats.org/officeDocument/2006/relationships/slideLayout" Target="../slideLayouts/slideLayout57.xml"/><Relationship Id="rId54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B05A7-50E3-21AE-99C4-2DC0F521F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263F3-00BE-939A-0AE7-1F45DAFEE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42114-0D8A-B1DB-E045-5B66635E4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ECD8D-254C-41BF-ABAD-F50EA83F24B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CEF23-A4E6-99AB-A31A-FFC18C596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1FDA-A8A3-5E6C-FD9B-DAE220ED5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22D2D-A27B-4BA3-967B-F74142F1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sz="32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27096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3" r:id="rId36"/>
    <p:sldLayoutId id="2147483714" r:id="rId37"/>
    <p:sldLayoutId id="2147483715" r:id="rId38"/>
    <p:sldLayoutId id="2147483716" r:id="rId39"/>
    <p:sldLayoutId id="2147483717" r:id="rId40"/>
    <p:sldLayoutId id="2147483718" r:id="rId41"/>
    <p:sldLayoutId id="2147483719" r:id="rId42"/>
    <p:sldLayoutId id="2147483720" r:id="rId43"/>
    <p:sldLayoutId id="2147483721" r:id="rId44"/>
    <p:sldLayoutId id="2147483722" r:id="rId45"/>
    <p:sldLayoutId id="2147483723" r:id="rId46"/>
    <p:sldLayoutId id="2147483724" r:id="rId47"/>
    <p:sldLayoutId id="2147483725" r:id="rId48"/>
    <p:sldLayoutId id="2147483726" r:id="rId49"/>
    <p:sldLayoutId id="2147483727" r:id="rId50"/>
    <p:sldLayoutId id="2147483728" r:id="rId51"/>
    <p:sldLayoutId id="2147483729" r:id="rId52"/>
    <p:sldLayoutId id="2147483730" r:id="rId53"/>
    <p:sldLayoutId id="2147483731" r:id="rId54"/>
    <p:sldLayoutId id="2147483732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3.png"/><Relationship Id="rId7" Type="http://schemas.openxmlformats.org/officeDocument/2006/relationships/image" Target="../media/image16.jpe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jpe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microsoft.com/office/2007/relationships/hdphoto" Target="../media/hdphoto1.wdp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6.png"/><Relationship Id="rId5" Type="http://schemas.openxmlformats.org/officeDocument/2006/relationships/image" Target="../media/image15.png"/><Relationship Id="rId10" Type="http://schemas.openxmlformats.org/officeDocument/2006/relationships/image" Target="../media/image35.png"/><Relationship Id="rId4" Type="http://schemas.microsoft.com/office/2007/relationships/hdphoto" Target="../media/hdphoto2.wdp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945DCEB0-FFD9-8A38-3691-1C7172E1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9D0C32A-6459-D575-C189-40A834A1625C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D7A770-8260-7029-E20B-A96DEB8266C3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0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1F02C1-F1B5-D3BD-3C47-72C35A18BFE4}"/>
              </a:ext>
            </a:extLst>
          </p:cNvPr>
          <p:cNvSpPr/>
          <p:nvPr/>
        </p:nvSpPr>
        <p:spPr>
          <a:xfrm>
            <a:off x="2255365" y="1693255"/>
            <a:ext cx="1953237" cy="45749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25000"/>
                </a:schemeClr>
              </a:gs>
              <a:gs pos="46000">
                <a:schemeClr val="accent4">
                  <a:lumMod val="95000"/>
                  <a:lumOff val="5000"/>
                  <a:alpha val="25000"/>
                </a:schemeClr>
              </a:gs>
              <a:gs pos="100000">
                <a:srgbClr val="135141">
                  <a:alpha val="24706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5" name="Google Shape;1002;p76">
            <a:extLst>
              <a:ext uri="{FF2B5EF4-FFF2-40B4-BE49-F238E27FC236}">
                <a16:creationId xmlns:a16="http://schemas.microsoft.com/office/drawing/2014/main" id="{B85CE24D-A618-2545-89E3-0CE4F9285351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884229" y="-2269863"/>
            <a:ext cx="244738" cy="76759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830CB93-55EE-2FF9-4B58-796025F0E3AC}"/>
              </a:ext>
            </a:extLst>
          </p:cNvPr>
          <p:cNvSpPr txBox="1">
            <a:spLocks/>
          </p:cNvSpPr>
          <p:nvPr/>
        </p:nvSpPr>
        <p:spPr>
          <a:xfrm>
            <a:off x="3620073" y="430955"/>
            <a:ext cx="4951855" cy="547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CS 495</a:t>
            </a:r>
            <a:r>
              <a:rPr lang="en" sz="18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Iteration 1 Presentation</a:t>
            </a:r>
            <a:endParaRPr kumimoji="0" lang="e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2AADE0F9-1DA7-EB32-CB53-7DE93EE59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512551-33BD-B060-75C5-72664E199B98}"/>
              </a:ext>
            </a:extLst>
          </p:cNvPr>
          <p:cNvSpPr txBox="1"/>
          <p:nvPr/>
        </p:nvSpPr>
        <p:spPr>
          <a:xfrm>
            <a:off x="-45088" y="892273"/>
            <a:ext cx="1228217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Times New Roman"/>
                <a:ea typeface="+mn-lt"/>
                <a:cs typeface="Times New Roman"/>
                <a:sym typeface="Arial"/>
              </a:rPr>
              <a:t>Multi-User Physiological Computing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Times New Roman"/>
              <a:ea typeface="+mn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69D840-E1A1-6714-A6D3-C36D5BF5DCFB}"/>
              </a:ext>
            </a:extLst>
          </p:cNvPr>
          <p:cNvSpPr txBox="1"/>
          <p:nvPr/>
        </p:nvSpPr>
        <p:spPr>
          <a:xfrm>
            <a:off x="48455" y="106409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1</a:t>
            </a:r>
          </a:p>
        </p:txBody>
      </p:sp>
      <p:pic>
        <p:nvPicPr>
          <p:cNvPr id="13" name="Google Shape;1002;p76">
            <a:extLst>
              <a:ext uri="{FF2B5EF4-FFF2-40B4-BE49-F238E27FC236}">
                <a16:creationId xmlns:a16="http://schemas.microsoft.com/office/drawing/2014/main" id="{7FC2094F-17F4-FEF1-0BCF-22ACBD387DE1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6200000" flipH="1">
            <a:off x="5978595" y="-776396"/>
            <a:ext cx="234810" cy="343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F08565-04FD-5387-06E6-D908A6D7A2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91" t="37221" r="12241" b="3988"/>
          <a:stretch>
            <a:fillRect/>
          </a:stretch>
        </p:blipFill>
        <p:spPr>
          <a:xfrm>
            <a:off x="2527927" y="4117628"/>
            <a:ext cx="1370980" cy="1732883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pic>
        <p:nvPicPr>
          <p:cNvPr id="18" name="Picture 17" descr="Picture of Dr. Chris S. Crawford">
            <a:extLst>
              <a:ext uri="{FF2B5EF4-FFF2-40B4-BE49-F238E27FC236}">
                <a16:creationId xmlns:a16="http://schemas.microsoft.com/office/drawing/2014/main" id="{7D9EABCE-5966-3B8C-46BD-0F8FB35C7A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3015" y="1879321"/>
            <a:ext cx="1370611" cy="1775605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906666-322C-D9C9-1C81-8E4B0484F665}"/>
              </a:ext>
            </a:extLst>
          </p:cNvPr>
          <p:cNvSpPr txBox="1"/>
          <p:nvPr/>
        </p:nvSpPr>
        <p:spPr>
          <a:xfrm>
            <a:off x="2168606" y="3678373"/>
            <a:ext cx="21189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Dr. Chris Crawford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9E725-3C38-A7D2-A3AF-E58336266306}"/>
              </a:ext>
            </a:extLst>
          </p:cNvPr>
          <p:cNvSpPr txBox="1"/>
          <p:nvPr/>
        </p:nvSpPr>
        <p:spPr>
          <a:xfrm>
            <a:off x="2367349" y="5898869"/>
            <a:ext cx="17147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Zara Ahmed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8092D64-F44F-F9DA-67A1-E6D258BE5358}"/>
              </a:ext>
            </a:extLst>
          </p:cNvPr>
          <p:cNvSpPr/>
          <p:nvPr/>
        </p:nvSpPr>
        <p:spPr>
          <a:xfrm>
            <a:off x="7891351" y="1673568"/>
            <a:ext cx="1953237" cy="45749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25000"/>
                </a:schemeClr>
              </a:gs>
              <a:gs pos="46000">
                <a:schemeClr val="accent4">
                  <a:lumMod val="95000"/>
                  <a:lumOff val="5000"/>
                  <a:alpha val="25000"/>
                </a:schemeClr>
              </a:gs>
              <a:gs pos="100000">
                <a:srgbClr val="135141">
                  <a:alpha val="24706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F30366C-3C6C-A745-83B0-93909E28A2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H="1">
            <a:off x="4535502" y="1966078"/>
            <a:ext cx="243509" cy="373091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37DC5B-D42F-646D-D895-7AD5494757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H="1">
            <a:off x="7413372" y="1966869"/>
            <a:ext cx="243509" cy="373091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E1A83DC2-735A-DBA8-D614-556ABDBFA00E}"/>
              </a:ext>
            </a:extLst>
          </p:cNvPr>
          <p:cNvSpPr/>
          <p:nvPr/>
        </p:nvSpPr>
        <p:spPr>
          <a:xfrm>
            <a:off x="5128816" y="1692567"/>
            <a:ext cx="1953237" cy="457494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alpha val="25000"/>
                </a:schemeClr>
              </a:gs>
              <a:gs pos="46000">
                <a:schemeClr val="accent4">
                  <a:lumMod val="95000"/>
                  <a:lumOff val="5000"/>
                  <a:alpha val="25000"/>
                </a:schemeClr>
              </a:gs>
              <a:gs pos="100000">
                <a:srgbClr val="135141">
                  <a:alpha val="24706"/>
                </a:srgb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965C997-6A50-4F13-BD39-7C574B084CF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933" t="-504" r="8338" b="-272"/>
          <a:stretch>
            <a:fillRect/>
          </a:stretch>
        </p:blipFill>
        <p:spPr>
          <a:xfrm rot="-10800000" flipH="1" flipV="1">
            <a:off x="5440572" y="1870339"/>
            <a:ext cx="1310853" cy="1770305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4447D6B-C40E-2379-70F9-6285DE98FD84}"/>
              </a:ext>
            </a:extLst>
          </p:cNvPr>
          <p:cNvSpPr txBox="1"/>
          <p:nvPr/>
        </p:nvSpPr>
        <p:spPr>
          <a:xfrm>
            <a:off x="5200508" y="3651530"/>
            <a:ext cx="17875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Trenton Ottman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A85BA13-FD2F-56BD-9B1E-A6A432B2C4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429" t="177" r="2857" b="29"/>
          <a:stretch>
            <a:fillRect/>
          </a:stretch>
        </p:blipFill>
        <p:spPr>
          <a:xfrm>
            <a:off x="8117805" y="1870339"/>
            <a:ext cx="1438364" cy="1756229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2959116-DF32-2A73-EF08-DE2668C2D652}"/>
              </a:ext>
            </a:extLst>
          </p:cNvPr>
          <p:cNvSpPr txBox="1"/>
          <p:nvPr/>
        </p:nvSpPr>
        <p:spPr>
          <a:xfrm>
            <a:off x="7968705" y="3657753"/>
            <a:ext cx="1714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Ansel Stinnett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DE786D4-A5A5-F198-FF59-A3E7C0EA5CD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2997" r="20340" b="386"/>
          <a:stretch>
            <a:fillRect/>
          </a:stretch>
        </p:blipFill>
        <p:spPr>
          <a:xfrm>
            <a:off x="5464762" y="4117628"/>
            <a:ext cx="1305817" cy="1732672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ED5610B-06EA-F6EF-1D79-254DBE19A4D1}"/>
              </a:ext>
            </a:extLst>
          </p:cNvPr>
          <p:cNvSpPr txBox="1"/>
          <p:nvPr/>
        </p:nvSpPr>
        <p:spPr>
          <a:xfrm>
            <a:off x="5175307" y="5898996"/>
            <a:ext cx="19112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Jackson Wallace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022670B-E75E-B0CE-431F-4440326510B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869" t="5929" r="869" b="39440"/>
          <a:stretch>
            <a:fillRect/>
          </a:stretch>
        </p:blipFill>
        <p:spPr>
          <a:xfrm>
            <a:off x="8102950" y="4098578"/>
            <a:ext cx="1451085" cy="1760990"/>
          </a:xfrm>
          <a:prstGeom prst="rect">
            <a:avLst/>
          </a:prstGeom>
          <a:ln w="57150" cmpd="thinThick">
            <a:solidFill>
              <a:schemeClr val="bg2">
                <a:lumMod val="75000"/>
              </a:schemeClr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5D37605-02E9-4CA1-0EB9-CF097BC78373}"/>
              </a:ext>
            </a:extLst>
          </p:cNvPr>
          <p:cNvSpPr txBox="1"/>
          <p:nvPr/>
        </p:nvSpPr>
        <p:spPr>
          <a:xfrm>
            <a:off x="7978131" y="5893587"/>
            <a:ext cx="171479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James Adler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A2CC8DCE-B477-B990-30AB-97BF7D237D9A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C820B5-ACE3-17B3-2C6C-0939A75C7ECF}"/>
              </a:ext>
            </a:extLst>
          </p:cNvPr>
          <p:cNvSpPr txBox="1"/>
          <p:nvPr/>
        </p:nvSpPr>
        <p:spPr>
          <a:xfrm>
            <a:off x="10047924" y="5773721"/>
            <a:ext cx="211891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Everyone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58" name="Picture 4">
            <a:extLst>
              <a:ext uri="{FF2B5EF4-FFF2-40B4-BE49-F238E27FC236}">
                <a16:creationId xmlns:a16="http://schemas.microsoft.com/office/drawing/2014/main" id="{97E8BD43-4FE5-8B86-D427-F363E52BB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oogle Shape;1002;p76">
            <a:extLst>
              <a:ext uri="{FF2B5EF4-FFF2-40B4-BE49-F238E27FC236}">
                <a16:creationId xmlns:a16="http://schemas.microsoft.com/office/drawing/2014/main" id="{AAC55B64-57AC-9B5B-19CB-29DF2079CEDD}"/>
              </a:ext>
            </a:extLst>
          </p:cNvPr>
          <p:cNvPicPr preferRelativeResize="0"/>
          <p:nvPr/>
        </p:nvPicPr>
        <p:blipFill>
          <a:blip r:embed="rId1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966816" y="2471371"/>
            <a:ext cx="222781" cy="78192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801097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AF4778E4-6CA7-4249-8746-C3413D17B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7CFCF89E-736D-C26B-46DD-336208B1D958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A7F1F8-0DF1-B86B-01DC-6AC54BF0891A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438A5-B50D-BE53-5441-F83FE6048CF1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-21431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7249C70-AC0A-0031-DD57-1566665BA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8434918-54A9-0239-2F28-CB287404A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6E0B162-749A-8C54-5719-DCB3A7BEBA77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091319-C7EB-911D-51C1-2AAB91BF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9CCADB4F-6C34-89F7-BE29-A968F486B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C1D715D-AA78-1906-73AF-4A7B5FE16896}"/>
              </a:ext>
            </a:extLst>
          </p:cNvPr>
          <p:cNvSpPr txBox="1"/>
          <p:nvPr/>
        </p:nvSpPr>
        <p:spPr>
          <a:xfrm>
            <a:off x="3944181" y="740198"/>
            <a:ext cx="4255718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white"/>
                </a:solidFill>
                <a:latin typeface="Times New Roman"/>
                <a:cs typeface="Times New Roman"/>
              </a:rPr>
              <a:t>Project Review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Google Shape;931;p76">
            <a:extLst>
              <a:ext uri="{FF2B5EF4-FFF2-40B4-BE49-F238E27FC236}">
                <a16:creationId xmlns:a16="http://schemas.microsoft.com/office/drawing/2014/main" id="{B458C94C-D460-3281-1FED-2FA092594A9E}"/>
              </a:ext>
            </a:extLst>
          </p:cNvPr>
          <p:cNvSpPr/>
          <p:nvPr/>
        </p:nvSpPr>
        <p:spPr>
          <a:xfrm>
            <a:off x="1836595" y="734707"/>
            <a:ext cx="8443587" cy="7749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EDE30-DD8A-B1D5-1F59-72E0F98637D8}"/>
              </a:ext>
            </a:extLst>
          </p:cNvPr>
          <p:cNvSpPr txBox="1"/>
          <p:nvPr/>
        </p:nvSpPr>
        <p:spPr>
          <a:xfrm>
            <a:off x="87740" y="55480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55C983-E04E-D0AD-5597-CEE100B46311}"/>
              </a:ext>
            </a:extLst>
          </p:cNvPr>
          <p:cNvSpPr txBox="1"/>
          <p:nvPr/>
        </p:nvSpPr>
        <p:spPr>
          <a:xfrm>
            <a:off x="6780809" y="1970251"/>
            <a:ext cx="4688161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Continuation of previous CS 495 project “PhysioGaming”.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Goal: Create a multiplayer game utilizing EMG sensors.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Iteration 1: Proof of concept multiplayer implementation.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D70254-8614-3370-4B23-FBD02AD23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314637" y="1384786"/>
            <a:ext cx="3498162" cy="4664216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C93C36-A3F4-1273-BAE2-67F672A33BF6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5F079B-E1C8-CDA6-407D-39EF4C7BD514}"/>
              </a:ext>
            </a:extLst>
          </p:cNvPr>
          <p:cNvSpPr txBox="1"/>
          <p:nvPr/>
        </p:nvSpPr>
        <p:spPr>
          <a:xfrm>
            <a:off x="10008113" y="60503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James Adler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5C08B2A-FE08-F5FE-1751-E08032A27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86703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548B5044-593F-F728-D5E2-A18C81DA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EA06767-578D-A85A-38D4-B2DD3C071ACA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B2A486A-3A5E-2C4F-7294-3867CC5772E7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25DAEF-2D09-FFA4-63D9-58848663F449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958E2DF-0FB5-6645-4650-C29030222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7C4D4BB-D834-1E31-782E-1B7F58751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A24F1C-1B8B-3DAD-B5C3-A02F1421C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F708F2A-6E53-DD6A-E88C-630134122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DDD3889B-9730-C180-EEB2-C440C6DD5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4BF9F4-13D4-4454-C714-721538FA7873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Planning &amp; </a:t>
            </a:r>
            <a:r>
              <a:rPr kumimoji="0" lang="en-US" sz="39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Actua</a:t>
            </a:r>
            <a:r>
              <a:rPr lang="en-US" sz="3900" dirty="0" err="1">
                <a:solidFill>
                  <a:prstClr val="white"/>
                </a:solidFill>
                <a:latin typeface="Times New Roman"/>
                <a:cs typeface="Times New Roman"/>
              </a:rPr>
              <a:t>lizing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BD76EC96-3151-0AE7-B16C-1DEBFEBA4879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CAEB9850-062A-9542-0CD7-2465AEDEC06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FBDE09CB-94BB-E3E4-5F6F-EED95E2D922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39BB8-2E07-52E3-0D15-570666742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 flipH="1">
            <a:off x="5974246" y="1966078"/>
            <a:ext cx="243509" cy="37309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0EAC87-3D2E-B4D9-BBDD-306B6EB3A7AC}"/>
              </a:ext>
            </a:extLst>
          </p:cNvPr>
          <p:cNvSpPr txBox="1"/>
          <p:nvPr/>
        </p:nvSpPr>
        <p:spPr>
          <a:xfrm>
            <a:off x="1231655" y="1736501"/>
            <a:ext cx="4688161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Highest priority: working multiplayer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Research game ideas, multiplayer options and game engines</a:t>
            </a:r>
            <a:endParaRPr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Create an MVP of a playable multiplayer game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8F46E-6CF3-2B3F-334A-0AB46C820762}"/>
              </a:ext>
            </a:extLst>
          </p:cNvPr>
          <p:cNvSpPr txBox="1"/>
          <p:nvPr/>
        </p:nvSpPr>
        <p:spPr>
          <a:xfrm>
            <a:off x="6455050" y="1714730"/>
            <a:ext cx="4688161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Decided to use </a:t>
            </a:r>
            <a:r>
              <a:rPr lang="en-US" sz="2400" err="1">
                <a:solidFill>
                  <a:prstClr val="white"/>
                </a:solidFill>
                <a:latin typeface="Times New Roman"/>
                <a:cs typeface="Times New Roman"/>
              </a:rPr>
              <a:t>Colyseus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 for multiplayer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Decided not to use Unity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Created MVP of pong for the demo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9B9210-298D-5532-82EB-47906696B0C0}"/>
              </a:ext>
            </a:extLst>
          </p:cNvPr>
          <p:cNvSpPr txBox="1"/>
          <p:nvPr/>
        </p:nvSpPr>
        <p:spPr>
          <a:xfrm>
            <a:off x="87740" y="55480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2D716D53-F810-5F3A-758F-4B9C37BEFBF6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61E33-0112-1139-EEDE-9C96EED621C4}"/>
              </a:ext>
            </a:extLst>
          </p:cNvPr>
          <p:cNvSpPr txBox="1"/>
          <p:nvPr/>
        </p:nvSpPr>
        <p:spPr>
          <a:xfrm>
            <a:off x="10082197" y="59868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Jackson Wallace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33" name="Picture 4">
            <a:extLst>
              <a:ext uri="{FF2B5EF4-FFF2-40B4-BE49-F238E27FC236}">
                <a16:creationId xmlns:a16="http://schemas.microsoft.com/office/drawing/2014/main" id="{31B3AA8C-E404-8B15-B1EF-55279DC95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8984863" y="5485561"/>
            <a:ext cx="3810798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8A4B78-EA9B-1952-075B-FA57DCAADC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5925" y="4183516"/>
            <a:ext cx="3790950" cy="1800225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pic>
        <p:nvPicPr>
          <p:cNvPr id="4" name="Picture 3" descr="Colyseus - Real-Time Multiplayer Framework for Node.js">
            <a:extLst>
              <a:ext uri="{FF2B5EF4-FFF2-40B4-BE49-F238E27FC236}">
                <a16:creationId xmlns:a16="http://schemas.microsoft.com/office/drawing/2014/main" id="{F6F32801-D884-F702-BECF-2F7A7DC471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1582" y="4183517"/>
            <a:ext cx="3790950" cy="1800225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250722133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A9C956F3-8699-537A-6302-5BB02FCB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BBC6B0-7CB2-C893-1143-D78DDFD584F3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1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1002;p76">
            <a:extLst>
              <a:ext uri="{FF2B5EF4-FFF2-40B4-BE49-F238E27FC236}">
                <a16:creationId xmlns:a16="http://schemas.microsoft.com/office/drawing/2014/main" id="{2CA520BA-93D9-B326-C373-5544A7B7B5D3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483663" y="-6389971"/>
            <a:ext cx="617791" cy="137445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D778AB-B803-E6CE-84E6-AB75F6D8AEC2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" name="Google Shape;1002;p76">
            <a:extLst>
              <a:ext uri="{FF2B5EF4-FFF2-40B4-BE49-F238E27FC236}">
                <a16:creationId xmlns:a16="http://schemas.microsoft.com/office/drawing/2014/main" id="{97C5B449-33AD-106A-BA72-E4A435F59639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634641" y="-465423"/>
            <a:ext cx="617791" cy="1374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451;p54">
            <a:extLst>
              <a:ext uri="{FF2B5EF4-FFF2-40B4-BE49-F238E27FC236}">
                <a16:creationId xmlns:a16="http://schemas.microsoft.com/office/drawing/2014/main" id="{F9D65715-2586-1A54-EECD-4180E8DB1B5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1108025" y="-577577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580;p70">
            <a:extLst>
              <a:ext uri="{FF2B5EF4-FFF2-40B4-BE49-F238E27FC236}">
                <a16:creationId xmlns:a16="http://schemas.microsoft.com/office/drawing/2014/main" id="{B8710D55-751E-93A4-2F49-3A480E3842D4}"/>
              </a:ext>
            </a:extLst>
          </p:cNvPr>
          <p:cNvSpPr txBox="1">
            <a:spLocks/>
          </p:cNvSpPr>
          <p:nvPr/>
        </p:nvSpPr>
        <p:spPr>
          <a:xfrm>
            <a:off x="1417677" y="749146"/>
            <a:ext cx="9356649" cy="85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Play"/>
              <a:buNone/>
              <a:tabLst/>
              <a:defRPr/>
            </a:pPr>
            <a:r>
              <a:rPr kumimoji="0" lang="en-US" sz="3850" b="0" i="0" u="none" strike="noStrike" kern="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Times New Roman"/>
                <a:cs typeface="Times New Roman"/>
                <a:sym typeface="Play"/>
              </a:rPr>
              <a:t>Major Accomplishments</a:t>
            </a:r>
          </a:p>
        </p:txBody>
      </p:sp>
      <p:pic>
        <p:nvPicPr>
          <p:cNvPr id="23" name="Google Shape;451;p54">
            <a:extLst>
              <a:ext uri="{FF2B5EF4-FFF2-40B4-BE49-F238E27FC236}">
                <a16:creationId xmlns:a16="http://schemas.microsoft.com/office/drawing/2014/main" id="{4B66FCFA-1F47-0B98-6D0A-5DFD54DF0EFB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526487" y="4856554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451;p54">
            <a:extLst>
              <a:ext uri="{FF2B5EF4-FFF2-40B4-BE49-F238E27FC236}">
                <a16:creationId xmlns:a16="http://schemas.microsoft.com/office/drawing/2014/main" id="{6829CB1F-1DCC-7C0C-CB68-5434C6129028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2088627" y="-1151267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51;p54">
            <a:extLst>
              <a:ext uri="{FF2B5EF4-FFF2-40B4-BE49-F238E27FC236}">
                <a16:creationId xmlns:a16="http://schemas.microsoft.com/office/drawing/2014/main" id="{906C0F7C-F214-9454-0CBE-5026E4D33522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1256797" y="5707258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51;p54">
            <a:extLst>
              <a:ext uri="{FF2B5EF4-FFF2-40B4-BE49-F238E27FC236}">
                <a16:creationId xmlns:a16="http://schemas.microsoft.com/office/drawing/2014/main" id="{4FCD4943-6FFA-E773-4550-8EC261D493B7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9193165" y="-829982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451;p54">
            <a:extLst>
              <a:ext uri="{FF2B5EF4-FFF2-40B4-BE49-F238E27FC236}">
                <a16:creationId xmlns:a16="http://schemas.microsoft.com/office/drawing/2014/main" id="{12C1E2C7-1CC4-8059-CF12-7E8CA763D2D9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10102729" y="-16661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451;p54">
            <a:extLst>
              <a:ext uri="{FF2B5EF4-FFF2-40B4-BE49-F238E27FC236}">
                <a16:creationId xmlns:a16="http://schemas.microsoft.com/office/drawing/2014/main" id="{687DC07B-59F0-4F99-BC70-670BC605FF90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9426096" y="44923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451;p54">
            <a:extLst>
              <a:ext uri="{FF2B5EF4-FFF2-40B4-BE49-F238E27FC236}">
                <a16:creationId xmlns:a16="http://schemas.microsoft.com/office/drawing/2014/main" id="{CA3450DE-E46C-F8E6-06F7-C118BF67B1A8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10397447" y="4917400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931;p76">
            <a:extLst>
              <a:ext uri="{FF2B5EF4-FFF2-40B4-BE49-F238E27FC236}">
                <a16:creationId xmlns:a16="http://schemas.microsoft.com/office/drawing/2014/main" id="{E0EBCEC2-60B5-3FED-DC59-248431EBF469}"/>
              </a:ext>
            </a:extLst>
          </p:cNvPr>
          <p:cNvSpPr/>
          <p:nvPr/>
        </p:nvSpPr>
        <p:spPr>
          <a:xfrm>
            <a:off x="1857154" y="748925"/>
            <a:ext cx="8548577" cy="80900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BE3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5C088-38CC-0607-7DBF-ECECE8C7A37E}"/>
              </a:ext>
            </a:extLst>
          </p:cNvPr>
          <p:cNvSpPr txBox="1"/>
          <p:nvPr/>
        </p:nvSpPr>
        <p:spPr>
          <a:xfrm>
            <a:off x="1194370" y="2025062"/>
            <a:ext cx="5990907" cy="34696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Established team development practices</a:t>
            </a:r>
            <a:endParaRPr lang="en-US"/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Initialized a </a:t>
            </a:r>
            <a:r>
              <a:rPr lang="en-US" sz="2400" err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Colyseus</a:t>
            </a: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 client/server architecture</a:t>
            </a: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Refactored the inherited repository to support our project's requirements</a:t>
            </a:r>
            <a:endParaRPr lang="en-US">
              <a:cs typeface="Arial"/>
            </a:endParaRP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Built a working multiplayer prototype</a:t>
            </a:r>
            <a:endParaRPr lang="en-US">
              <a:cs typeface="Arial"/>
            </a:endParaRPr>
          </a:p>
          <a:p>
            <a:pPr marL="388620" indent="-342900">
              <a:lnSpc>
                <a:spcPct val="90000"/>
              </a:lnSpc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Deployed the multiplayer server to Google Cloud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7B6388-E405-F67E-4A9B-8200FEE2E16C}"/>
              </a:ext>
            </a:extLst>
          </p:cNvPr>
          <p:cNvSpPr txBox="1"/>
          <p:nvPr/>
        </p:nvSpPr>
        <p:spPr>
          <a:xfrm>
            <a:off x="101472" y="209187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 dirty="0">
                <a:solidFill>
                  <a:srgbClr val="010203"/>
                </a:solidFill>
                <a:latin typeface="Times New Roman"/>
                <a:cs typeface="Times New Roman"/>
                <a:sym typeface="Arial"/>
              </a:rPr>
              <a:t>4</a:t>
            </a:r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CB18D1E-C146-DBAA-C1F7-E299D1C80E65}"/>
              </a:ext>
            </a:extLst>
          </p:cNvPr>
          <p:cNvSpPr/>
          <p:nvPr/>
        </p:nvSpPr>
        <p:spPr>
          <a:xfrm flipH="1">
            <a:off x="9694917" y="4519269"/>
            <a:ext cx="2712334" cy="2383312"/>
          </a:xfrm>
          <a:prstGeom prst="rtTriangl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D12B7-AC35-DC33-C72C-EB1C34AE3E75}"/>
              </a:ext>
            </a:extLst>
          </p:cNvPr>
          <p:cNvSpPr txBox="1"/>
          <p:nvPr/>
        </p:nvSpPr>
        <p:spPr>
          <a:xfrm>
            <a:off x="10072514" y="6006820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Trenton Ottman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F7874C05-4088-27B0-C659-C218FAE6B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DE3F34-3A42-58EB-5C37-0696E6EF0D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4762" y="1711395"/>
            <a:ext cx="3115504" cy="2063613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DD5EEF-9FCF-73B4-A8A9-28B53367BB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905" y="3916017"/>
            <a:ext cx="3125339" cy="2179983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120528016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1A52B158-66C3-D987-B89F-049B35C4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B3EEA32-EB20-49DB-2767-51FFA1AE87BA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5C4C80-7B57-02DF-393E-BD4C18B0EC71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B82C6-F3C2-05DF-7D9C-3955425E0783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-21431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2DED4F4-2460-D302-FD7A-D71E4358F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959BFB-EFAB-0790-8D0B-7C0CF8A91F80}"/>
              </a:ext>
            </a:extLst>
          </p:cNvPr>
          <p:cNvSpPr/>
          <p:nvPr/>
        </p:nvSpPr>
        <p:spPr>
          <a:xfrm>
            <a:off x="-97982" y="19209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5EE7ED3-156C-C6A1-42F1-DE7505D2F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BB3DA2-F967-F6B7-97AC-AB746A6FF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9B8360E-BADD-43BC-C442-19CDEE84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46658A3-B29D-C277-37F4-3B752FD053F4}"/>
              </a:ext>
            </a:extLst>
          </p:cNvPr>
          <p:cNvSpPr txBox="1"/>
          <p:nvPr/>
        </p:nvSpPr>
        <p:spPr>
          <a:xfrm>
            <a:off x="3251129" y="761628"/>
            <a:ext cx="5437365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 &amp; Quality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Google Shape;931;p76">
            <a:extLst>
              <a:ext uri="{FF2B5EF4-FFF2-40B4-BE49-F238E27FC236}">
                <a16:creationId xmlns:a16="http://schemas.microsoft.com/office/drawing/2014/main" id="{E673175D-8434-743D-2B5E-8AB7C50BFC80}"/>
              </a:ext>
            </a:extLst>
          </p:cNvPr>
          <p:cNvSpPr/>
          <p:nvPr/>
        </p:nvSpPr>
        <p:spPr>
          <a:xfrm>
            <a:off x="1836595" y="734707"/>
            <a:ext cx="8443587" cy="7749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A9ED3-714C-FCAC-999E-ACC4844267A0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5</a:t>
            </a:r>
            <a:endParaRPr kumimoji="0" lang="en-US" sz="1867" b="0" i="0" u="none" strike="noStrike" kern="0" cap="none" spc="0" normalizeH="0" baseline="0" noProof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9F0A4D-96C4-72F7-E8C6-134C92CC23DC}"/>
              </a:ext>
            </a:extLst>
          </p:cNvPr>
          <p:cNvSpPr txBox="1"/>
          <p:nvPr/>
        </p:nvSpPr>
        <p:spPr>
          <a:xfrm>
            <a:off x="1231520" y="1812141"/>
            <a:ext cx="10064812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Investigations</a:t>
            </a:r>
            <a:endParaRPr lang="en-US" dirty="0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Game Design Ideas</a:t>
            </a: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Game Dev. platform</a:t>
            </a:r>
            <a:endParaRPr lang="en-US" dirty="0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Multiplayer implementation</a:t>
            </a:r>
            <a:endParaRPr lang="en-US" dirty="0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endParaRPr lang="en-US" sz="2400" dirty="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Important PRs: </a:t>
            </a:r>
            <a:endParaRPr lang="en-US" dirty="0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Unity deletion &amp; various docs</a:t>
            </a:r>
            <a:endParaRPr lang="en-US" dirty="0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Final demo</a:t>
            </a:r>
            <a:endParaRPr lang="en-US" dirty="0">
              <a:solidFill>
                <a:prstClr val="white"/>
              </a:solidFill>
              <a:latin typeface="Aptos" panose="02110004020202020204"/>
              <a:cs typeface="Times New Roman"/>
            </a:endParaRPr>
          </a:p>
          <a:p>
            <a:pPr marL="800100" lvl="1" indent="-342900">
              <a:buFont typeface="Courier New" panose="05000000000000000000" pitchFamily="2" charset="2"/>
              <a:buChar char="o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Google Cloud</a:t>
            </a:r>
            <a:endParaRPr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3F9394D8-5E1D-CF9F-727A-268CD698C571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FEC72-D492-C5A1-2023-88678553B149}"/>
              </a:ext>
            </a:extLst>
          </p:cNvPr>
          <p:cNvSpPr txBox="1"/>
          <p:nvPr/>
        </p:nvSpPr>
        <p:spPr>
          <a:xfrm>
            <a:off x="10003200" y="5824280"/>
            <a:ext cx="211891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Zara Ahmed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CF9FC18E-4457-79EB-5E40-C18BD4FE0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A98FA3-F6A4-67FE-70E2-B72BE200C5C7}"/>
              </a:ext>
            </a:extLst>
          </p:cNvPr>
          <p:cNvSpPr txBox="1"/>
          <p:nvPr/>
        </p:nvSpPr>
        <p:spPr>
          <a:xfrm>
            <a:off x="6267879" y="1812471"/>
            <a:ext cx="5029200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,sans-serif"/>
              <a:buChar char="Ø"/>
            </a:pP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Limitations</a:t>
            </a: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Security: Rate limiting &amp; authentication</a:t>
            </a: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Scope: Better to have a smaller working multiplayer game than a more ambitious failure</a:t>
            </a:r>
            <a:endParaRPr lang="en-US" sz="2400" dirty="0">
              <a:latin typeface="Times New Roman"/>
              <a:cs typeface="Times New Roman"/>
            </a:endParaRPr>
          </a:p>
          <a:p>
            <a:pPr marL="800100" lvl="1" indent="-342900">
              <a:buFont typeface="Courier New,monospace"/>
              <a:buChar char="o"/>
            </a:pPr>
            <a:r>
              <a:rPr lang="en-US" sz="2400" dirty="0">
                <a:solidFill>
                  <a:srgbClr val="FFFFFF"/>
                </a:solidFill>
                <a:latin typeface="Times New Roman"/>
                <a:cs typeface="Times New Roman"/>
              </a:rPr>
              <a:t>Quality: Set up a mandatory review system for PRs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253C2C-496C-D390-35B0-099BCBDFD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H="1">
            <a:off x="5974246" y="1966078"/>
            <a:ext cx="243509" cy="373091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411F474-283B-D372-E318-3B534241F631}"/>
              </a:ext>
            </a:extLst>
          </p:cNvPr>
          <p:cNvGrpSpPr/>
          <p:nvPr/>
        </p:nvGrpSpPr>
        <p:grpSpPr>
          <a:xfrm>
            <a:off x="6686801" y="1675794"/>
            <a:ext cx="3400425" cy="4430630"/>
            <a:chOff x="6797091" y="1710741"/>
            <a:chExt cx="3400425" cy="443063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AD0C32-0A4D-119A-B73C-A7D80BC9D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97091" y="1710741"/>
              <a:ext cx="3400425" cy="2473995"/>
            </a:xfrm>
            <a:prstGeom prst="rect">
              <a:avLst/>
            </a:prstGeom>
            <a:ln w="57150" cmpd="thinThick">
              <a:solidFill>
                <a:srgbClr val="8AB3D2"/>
              </a:solidFill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19AF4B0-B95B-0B7F-F32A-BDA8D2947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98343" y="4175711"/>
              <a:ext cx="3387893" cy="1965660"/>
            </a:xfrm>
            <a:prstGeom prst="rect">
              <a:avLst/>
            </a:prstGeom>
            <a:ln w="57150" cmpd="thinThick">
              <a:solidFill>
                <a:srgbClr val="8AB3D2"/>
              </a:solidFill>
            </a:ln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74068A2-F41A-3575-F96B-F9B0915ECE9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431" r="6431"/>
          <a:stretch>
            <a:fillRect/>
          </a:stretch>
        </p:blipFill>
        <p:spPr>
          <a:xfrm>
            <a:off x="6421611" y="2122790"/>
            <a:ext cx="5025153" cy="3362470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0E7DCC8-012D-0C3A-39A6-CD03745BD93E}"/>
              </a:ext>
            </a:extLst>
          </p:cNvPr>
          <p:cNvGrpSpPr/>
          <p:nvPr/>
        </p:nvGrpSpPr>
        <p:grpSpPr>
          <a:xfrm>
            <a:off x="1407946" y="2267406"/>
            <a:ext cx="3765391" cy="2725699"/>
            <a:chOff x="1407946" y="2267406"/>
            <a:chExt cx="3765391" cy="272569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80389E8-9DBF-DFC1-D920-9CD6724BD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68599" t="14261" r="521" b="55794"/>
            <a:stretch>
              <a:fillRect/>
            </a:stretch>
          </p:blipFill>
          <p:spPr>
            <a:xfrm>
              <a:off x="1408470" y="2267406"/>
              <a:ext cx="3764867" cy="1443870"/>
            </a:xfrm>
            <a:prstGeom prst="rect">
              <a:avLst/>
            </a:prstGeom>
            <a:ln w="57150" cmpd="thinThick">
              <a:solidFill>
                <a:srgbClr val="8AB3D2"/>
              </a:solidFill>
            </a:ln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4690BAC-CD42-CE1D-DE77-89B679294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07946" y="4000501"/>
              <a:ext cx="3761371" cy="992604"/>
            </a:xfrm>
            <a:prstGeom prst="rect">
              <a:avLst/>
            </a:prstGeom>
            <a:ln w="57150" cmpd="thinThick">
              <a:solidFill>
                <a:srgbClr val="8AB3D2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5441976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D4596047-4F8B-D7AE-2D89-A5A06F44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966FC4C-D4CC-D970-DDCB-D143ED11EE25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7B7837-EBD7-A32F-0E28-0DE3E65737E7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742FFB-98F7-DCA2-D268-94E44BBCB5A8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D09D75A8-C036-4189-A4E8-958A758F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0915ABBE-01D9-5B31-C420-E5A977F8D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1D756E-3D12-CAC6-CB79-582E629AA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229BC51-CF20-420E-9062-18A2F18ED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1E59CAE8-B41D-231A-BCEE-84D5B6FE9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E535C281-9A85-4EEC-3575-CB0103DA7360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ED1754C6-075F-2CAE-5ABF-3AB013D6955C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422301-BA53-2D33-DB32-55E1CE147CFD}"/>
              </a:ext>
            </a:extLst>
          </p:cNvPr>
          <p:cNvSpPr txBox="1"/>
          <p:nvPr/>
        </p:nvSpPr>
        <p:spPr>
          <a:xfrm>
            <a:off x="3354370" y="1921559"/>
            <a:ext cx="5586221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300">
                <a:solidFill>
                  <a:prstClr val="white"/>
                </a:solidFill>
                <a:latin typeface="Times New Roman"/>
                <a:cs typeface="Times New Roman"/>
              </a:rPr>
              <a:t>Investigations for Glitch, Playroom, Unity, Godot, and 5 Game Design Ideas</a:t>
            </a:r>
            <a:endParaRPr lang="en-US" sz="2300">
              <a:solidFill>
                <a:prstClr val="white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300">
                <a:solidFill>
                  <a:prstClr val="white"/>
                </a:solidFill>
                <a:latin typeface="Times New Roman"/>
                <a:cs typeface="Times New Roman"/>
              </a:rPr>
              <a:t>Minor Unity training and eventual removal</a:t>
            </a: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Mi</a:t>
            </a:r>
            <a:r>
              <a:rPr lang="en-US" sz="2300">
                <a:solidFill>
                  <a:prstClr val="white"/>
                </a:solidFill>
                <a:latin typeface="Times New Roman"/>
                <a:cs typeface="Times New Roman"/>
              </a:rPr>
              <a:t>sc. documentation</a:t>
            </a:r>
            <a:endParaRPr lang="en-US" sz="2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E5BEAD37-C315-7BF9-A297-89A71CCE138A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784E5D-04BE-3060-80A9-720F19159EA2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6</a:t>
            </a:r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E8027972-C791-76D9-65D9-9514FC2E4A91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DEA764-7C5C-13BA-7E07-B2097C887AC7}"/>
              </a:ext>
            </a:extLst>
          </p:cNvPr>
          <p:cNvSpPr txBox="1"/>
          <p:nvPr/>
        </p:nvSpPr>
        <p:spPr>
          <a:xfrm>
            <a:off x="10473780" y="58598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Zara Ahmed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4B9248FF-2595-8972-39E0-D6770D0F4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70BDA5-1B84-A9BA-FE86-E8532194DFC5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Zara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8A886F-BCD4-2C46-1CF2-26AA2F10F5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8471" y="3646147"/>
            <a:ext cx="4784485" cy="2366200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245839253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02D8F7E9-C4CA-2986-A7F3-988BBD41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3A746876-AE43-F519-C59E-200568EF6A0C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C05F55-EF96-D2B0-4862-632CFADA119B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2A005D-CEDE-DF78-2C7B-7035DF3E7EAE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27EA9E16-0194-0B54-3B55-CAE83BC39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AC72A200-E331-4C5E-5BB6-589688C81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322B3F-80F2-70CB-76D9-C5D6B0524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7E50078B-6061-9624-E9D2-C5A76654F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E2C4BFF-3F84-A161-3D07-18390B87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8F9CA0-AEFF-6193-EE56-C8667134A2B0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James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C9C97680-690F-DFFF-8C26-7856295ABD96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47E9C169-CED0-40A9-A519-8FEC4CC0FD14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B280A149-E89D-89D0-9604-2AA2AB50F77D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400EA0-BCEF-5AD7-17EC-F52826D0C5FE}"/>
              </a:ext>
            </a:extLst>
          </p:cNvPr>
          <p:cNvSpPr txBox="1"/>
          <p:nvPr/>
        </p:nvSpPr>
        <p:spPr>
          <a:xfrm>
            <a:off x="3256399" y="1921558"/>
            <a:ext cx="5771278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Implemented the iteration 1 demo 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g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ame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Investigations for </a:t>
            </a:r>
            <a:r>
              <a:rPr lang="en-US" sz="2400" err="1">
                <a:solidFill>
                  <a:prstClr val="white"/>
                </a:solidFill>
                <a:latin typeface="Times New Roman"/>
                <a:cs typeface="Times New Roman"/>
              </a:rPr>
              <a:t>Colyseus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, Unity, and other potential multiplayer tech stacks</a:t>
            </a: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Mi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sc. documentation</a:t>
            </a:r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C7000-75F6-D4DF-F84C-56D171E2BAED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7</a:t>
            </a: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971236CD-4B08-5256-26CC-00386F6D0CDA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98BB26-DFA5-3D1D-558C-7E706BC3609E}"/>
              </a:ext>
            </a:extLst>
          </p:cNvPr>
          <p:cNvSpPr txBox="1"/>
          <p:nvPr/>
        </p:nvSpPr>
        <p:spPr>
          <a:xfrm>
            <a:off x="10473780" y="5859845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James Adler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94822539-E385-C481-69F1-A4F14CFAE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504C0-A1C0-5103-48A5-8B2C6BA347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5401" y="3611190"/>
            <a:ext cx="5012102" cy="2476791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199867057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6134F12C-7F71-B191-33C9-6C0205476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200D102D-A142-A2AA-5A1F-284BACA2C67E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4C46B7-11F1-DBE2-061E-2B129F881EA5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3EB47-B3AF-117C-14C2-AF17CBF53B5E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803FE05-A3B8-5EC6-B9F6-DA653DDA1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9036701E-67C7-1FFE-BC20-A051B7BFC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230A12-A39B-C99C-C7D6-F1D8C84B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409291E-B349-B571-BC5C-866073C21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30A4DC8A-C11E-6A03-50D8-0CADE231A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75F9C-C3D6-70ED-5A00-AE85401358C6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Trenton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4E6BA79E-8247-8A48-AAC3-98AD4FD9B31D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3163E1D1-D0B9-9DA2-365F-694283C6353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6F6530A0-ECB5-46F4-3534-33F0A2A4801C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27355D-1854-C8AC-9FFA-49AFAF1DE987}"/>
              </a:ext>
            </a:extLst>
          </p:cNvPr>
          <p:cNvSpPr txBox="1"/>
          <p:nvPr/>
        </p:nvSpPr>
        <p:spPr>
          <a:xfrm>
            <a:off x="3256400" y="1671187"/>
            <a:ext cx="5673306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Investigations for </a:t>
            </a:r>
            <a:r>
              <a:rPr lang="en-US" sz="2400" err="1">
                <a:solidFill>
                  <a:prstClr val="white"/>
                </a:solidFill>
                <a:latin typeface="Times New Roman"/>
                <a:cs typeface="Times New Roman"/>
              </a:rPr>
              <a:t>Colyseus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, Unity, and Google Cloud.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Set up </a:t>
            </a:r>
            <a:r>
              <a:rPr lang="en-US" sz="2400" err="1">
                <a:solidFill>
                  <a:prstClr val="white"/>
                </a:solidFill>
                <a:latin typeface="Times New Roman"/>
                <a:cs typeface="Times New Roman"/>
              </a:rPr>
              <a:t>Colyseus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 server configuration to work with a cloud deployment.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Deployed </a:t>
            </a:r>
            <a:r>
              <a:rPr lang="en-US" sz="2400" err="1">
                <a:solidFill>
                  <a:prstClr val="white"/>
                </a:solidFill>
                <a:latin typeface="Times New Roman"/>
                <a:cs typeface="Times New Roman"/>
              </a:rPr>
              <a:t>Colyseus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 server to the cloud.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870A3-DE73-2892-209E-64D0095F64D4}"/>
              </a:ext>
            </a:extLst>
          </p:cNvPr>
          <p:cNvSpPr txBox="1"/>
          <p:nvPr/>
        </p:nvSpPr>
        <p:spPr>
          <a:xfrm>
            <a:off x="87740" y="55480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8</a:t>
            </a:r>
            <a:endParaRPr lang="en-US">
              <a:ea typeface="+mn-ea"/>
            </a:endParaRP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21DAC8E1-A8BC-B7B7-9990-334542634864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9C740C-8439-1979-5417-7C14ECCAD30D}"/>
              </a:ext>
            </a:extLst>
          </p:cNvPr>
          <p:cNvSpPr txBox="1"/>
          <p:nvPr/>
        </p:nvSpPr>
        <p:spPr>
          <a:xfrm>
            <a:off x="10073730" y="5902708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Trenton Ottman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1737D76A-5562-BE17-3492-1406E3780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9960F1-FE31-52ED-A8B8-1E0A4F2D6B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8037" y="3748022"/>
            <a:ext cx="4910409" cy="2456373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3423687710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588CBA20-7381-423E-1D3F-D6289F83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DF3E2FB-02C2-A98F-1F2E-A8D18B5A18EE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C406B6-D581-AA48-DC70-085CD140BA95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93BCF-C00B-1443-79F4-BC457EF34BBA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6907AA0B-9E58-AF39-1D6A-55AB7D3DE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0CC5E3E8-1909-1C0A-EDEA-178D95E0D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87ED9A-E31B-2C93-A9AC-BB1789325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1AD8EA5-27BA-ED1E-7F9D-FCBB0D62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951C4FBB-592C-823B-AD9B-34EF0D3E7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76BB8F-A9A0-4191-200E-4C42C577A76F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- Jackson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9F13F249-3AFB-693B-C9AA-BCEA0A2E2B75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4F99A43A-E599-66FB-4F11-B29BDE7E30F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79FE7BC5-FB19-DF5C-922D-F6776C786666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729198" y="-117895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B60550-8364-6A49-AB02-86BE77685621}"/>
              </a:ext>
            </a:extLst>
          </p:cNvPr>
          <p:cNvSpPr txBox="1"/>
          <p:nvPr/>
        </p:nvSpPr>
        <p:spPr>
          <a:xfrm>
            <a:off x="3474113" y="1714730"/>
            <a:ext cx="5183450" cy="26994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Investigation for authoritative server architecture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Archived and sifted through previous project files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Made progress towards using EMG sensor for input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BA1CE-D3D2-3945-7505-31E2DCA468FE}"/>
              </a:ext>
            </a:extLst>
          </p:cNvPr>
          <p:cNvSpPr txBox="1"/>
          <p:nvPr/>
        </p:nvSpPr>
        <p:spPr>
          <a:xfrm>
            <a:off x="87740" y="55480"/>
            <a:ext cx="303288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  <a:sym typeface="Arial"/>
              </a:rPr>
              <a:t>9</a:t>
            </a: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BA7A53A0-8A10-8775-7A1E-005D5554EC7D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C77522-58CE-857E-E241-2B90B68A483E}"/>
              </a:ext>
            </a:extLst>
          </p:cNvPr>
          <p:cNvSpPr txBox="1"/>
          <p:nvPr/>
        </p:nvSpPr>
        <p:spPr>
          <a:xfrm>
            <a:off x="10283280" y="5825374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Jackson Wallace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189BF5DC-CD71-292A-8967-DA073E373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A57733-8255-0801-4FA2-9552673763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7400" y="4088143"/>
            <a:ext cx="4200525" cy="2085975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247611738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8111F480-AE1D-16E9-E605-A5AFABAA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21E488C-0A27-25A4-5334-EAC780104771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F4393A-C2C6-CEC0-C13B-263B4BB22068}"/>
              </a:ext>
            </a:extLst>
          </p:cNvPr>
          <p:cNvSpPr/>
          <p:nvPr/>
        </p:nvSpPr>
        <p:spPr>
          <a:xfrm>
            <a:off x="-147858" y="5785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9639E-19D6-FB33-30BE-6CFE3B986A00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Arial"/>
              </a:rPr>
              <a:t>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5FA1CA8-1065-2364-0580-1135F0DF8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736B251-3914-7469-7F9B-00B1D40E0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1E2797-61D4-4488-DAB3-ED3333D4C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01385071-C696-832A-ABD0-497F805EA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09812AA4-D9D2-D6AB-693C-A2B8B2C2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7F410-3DD5-5FF9-CD14-F0AAC74D3984}"/>
              </a:ext>
            </a:extLst>
          </p:cNvPr>
          <p:cNvSpPr txBox="1"/>
          <p:nvPr/>
        </p:nvSpPr>
        <p:spPr>
          <a:xfrm>
            <a:off x="2586898" y="740198"/>
            <a:ext cx="701820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Team</a:t>
            </a:r>
            <a:r>
              <a:rPr kumimoji="0" lang="en-US" sz="3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Contributions</a:t>
            </a:r>
            <a:r>
              <a:rPr lang="en-US" sz="3900">
                <a:solidFill>
                  <a:prstClr val="white"/>
                </a:solidFill>
                <a:latin typeface="Times New Roman"/>
                <a:cs typeface="Times New Roman"/>
              </a:rPr>
              <a:t> – Ansel </a:t>
            </a:r>
            <a:endParaRPr kumimoji="0" lang="en-US" sz="3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Google Shape;931;p76">
            <a:extLst>
              <a:ext uri="{FF2B5EF4-FFF2-40B4-BE49-F238E27FC236}">
                <a16:creationId xmlns:a16="http://schemas.microsoft.com/office/drawing/2014/main" id="{5B093B01-FDAD-DDDE-AE8A-3922CD755117}"/>
              </a:ext>
            </a:extLst>
          </p:cNvPr>
          <p:cNvSpPr/>
          <p:nvPr/>
        </p:nvSpPr>
        <p:spPr>
          <a:xfrm>
            <a:off x="2155371" y="760538"/>
            <a:ext cx="7823516" cy="692498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5" name="Google Shape;904;p50">
            <a:extLst>
              <a:ext uri="{FF2B5EF4-FFF2-40B4-BE49-F238E27FC236}">
                <a16:creationId xmlns:a16="http://schemas.microsoft.com/office/drawing/2014/main" id="{84F63EF9-BAF0-CAAE-3389-1596D330C618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519534">
            <a:off x="-2762914" y="-1178952"/>
            <a:ext cx="6225719" cy="9577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4;p50">
            <a:extLst>
              <a:ext uri="{FF2B5EF4-FFF2-40B4-BE49-F238E27FC236}">
                <a16:creationId xmlns:a16="http://schemas.microsoft.com/office/drawing/2014/main" id="{45B8FE21-7657-6610-DA33-E38B3F4DFB06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20080466" flipH="1">
            <a:off x="8558490" y="-1588523"/>
            <a:ext cx="6225719" cy="957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CCA5A7-4BE7-FF26-CCBD-571A0FB58093}"/>
              </a:ext>
            </a:extLst>
          </p:cNvPr>
          <p:cNvSpPr txBox="1"/>
          <p:nvPr/>
        </p:nvSpPr>
        <p:spPr>
          <a:xfrm>
            <a:off x="3195858" y="1939153"/>
            <a:ext cx="5901146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Reviewed previous team project to identify what we could reuse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Helped brainstorm game design ideas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Investigations for multiplayer approaches &amp; scaling towards 8-12 players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0FF21-D86A-DC2A-07BA-180AE46DCF89}"/>
              </a:ext>
            </a:extLst>
          </p:cNvPr>
          <p:cNvSpPr txBox="1"/>
          <p:nvPr/>
        </p:nvSpPr>
        <p:spPr>
          <a:xfrm>
            <a:off x="87740" y="55480"/>
            <a:ext cx="421910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E85EEC8C-2814-C367-48D5-8A45E07FA354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9E3126-4C80-EB8F-0822-980089F91B8C}"/>
              </a:ext>
            </a:extLst>
          </p:cNvPr>
          <p:cNvSpPr txBox="1"/>
          <p:nvPr/>
        </p:nvSpPr>
        <p:spPr>
          <a:xfrm>
            <a:off x="10305051" y="5792717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Ansel Stinnett</a:t>
            </a: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CF4BD7BE-3727-AF65-8994-19558647C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217398" y="545125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2CF087-40B9-56C6-CCC9-37322C5847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0647" y="4219575"/>
            <a:ext cx="4309745" cy="2147570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54952058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3F808F5F-4347-DD35-7BAE-16218464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B4B119A-5CAB-EF62-9AE9-A92612A674D7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1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1193D9-31E2-6B28-059E-C07CC11017C0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1" name="Google Shape;1002;p76">
            <a:extLst>
              <a:ext uri="{FF2B5EF4-FFF2-40B4-BE49-F238E27FC236}">
                <a16:creationId xmlns:a16="http://schemas.microsoft.com/office/drawing/2014/main" id="{89B911DD-C63A-CCA8-05EC-5331307FF71C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483663" y="-6389971"/>
            <a:ext cx="617791" cy="1374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2;p76">
            <a:extLst>
              <a:ext uri="{FF2B5EF4-FFF2-40B4-BE49-F238E27FC236}">
                <a16:creationId xmlns:a16="http://schemas.microsoft.com/office/drawing/2014/main" id="{ED3B7853-5320-49B5-2375-D4C91C51549B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634641" y="-465423"/>
            <a:ext cx="617791" cy="1374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451;p54">
            <a:extLst>
              <a:ext uri="{FF2B5EF4-FFF2-40B4-BE49-F238E27FC236}">
                <a16:creationId xmlns:a16="http://schemas.microsoft.com/office/drawing/2014/main" id="{395D9E6D-EF02-6900-2DA5-4E7981666BC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1108025" y="-577577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580;p70">
            <a:extLst>
              <a:ext uri="{FF2B5EF4-FFF2-40B4-BE49-F238E27FC236}">
                <a16:creationId xmlns:a16="http://schemas.microsoft.com/office/drawing/2014/main" id="{23026317-9B9F-3BCC-8EF5-F132515A2556}"/>
              </a:ext>
            </a:extLst>
          </p:cNvPr>
          <p:cNvSpPr txBox="1">
            <a:spLocks/>
          </p:cNvSpPr>
          <p:nvPr/>
        </p:nvSpPr>
        <p:spPr>
          <a:xfrm>
            <a:off x="1417677" y="749146"/>
            <a:ext cx="9356649" cy="85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Play"/>
              <a:buNone/>
              <a:tabLst/>
              <a:defRPr/>
            </a:pPr>
            <a:r>
              <a:rPr kumimoji="0" lang="en-US" sz="3850" b="0" i="0" u="none" strike="noStrike" kern="0" cap="none" spc="0" normalizeH="0" baseline="0" noProof="0" dirty="0">
                <a:ln>
                  <a:noFill/>
                </a:ln>
                <a:solidFill>
                  <a:srgbClr val="E0E0E0"/>
                </a:solidFill>
                <a:effectLst/>
                <a:uLnTx/>
                <a:uFillTx/>
                <a:latin typeface="Times New Roman"/>
                <a:cs typeface="Times New Roman"/>
                <a:sym typeface="Play"/>
              </a:rPr>
              <a:t>Lessons Learned &amp; Upcoming</a:t>
            </a:r>
          </a:p>
        </p:txBody>
      </p:sp>
      <p:pic>
        <p:nvPicPr>
          <p:cNvPr id="23" name="Google Shape;451;p54">
            <a:extLst>
              <a:ext uri="{FF2B5EF4-FFF2-40B4-BE49-F238E27FC236}">
                <a16:creationId xmlns:a16="http://schemas.microsoft.com/office/drawing/2014/main" id="{4A3A895A-F1E7-1B87-0BB0-4F5E1E8DB1AE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526487" y="4856554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451;p54">
            <a:extLst>
              <a:ext uri="{FF2B5EF4-FFF2-40B4-BE49-F238E27FC236}">
                <a16:creationId xmlns:a16="http://schemas.microsoft.com/office/drawing/2014/main" id="{499094BE-69CD-744C-D7D7-36ECA4E4CD89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33280">
            <a:off x="-2088627" y="-1151267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51;p54">
            <a:extLst>
              <a:ext uri="{FF2B5EF4-FFF2-40B4-BE49-F238E27FC236}">
                <a16:creationId xmlns:a16="http://schemas.microsoft.com/office/drawing/2014/main" id="{A5D8CFE2-026B-95A8-D25D-4243E4187116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1414031">
            <a:off x="-1256797" y="5707258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51;p54">
            <a:extLst>
              <a:ext uri="{FF2B5EF4-FFF2-40B4-BE49-F238E27FC236}">
                <a16:creationId xmlns:a16="http://schemas.microsoft.com/office/drawing/2014/main" id="{072111E8-0C9D-BD3B-0839-2039749DDF9D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9193165" y="-829982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451;p54">
            <a:extLst>
              <a:ext uri="{FF2B5EF4-FFF2-40B4-BE49-F238E27FC236}">
                <a16:creationId xmlns:a16="http://schemas.microsoft.com/office/drawing/2014/main" id="{62B2DECA-5427-0D03-E987-8B51C072E1FF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995075">
            <a:off x="10102729" y="-16661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451;p54">
            <a:extLst>
              <a:ext uri="{FF2B5EF4-FFF2-40B4-BE49-F238E27FC236}">
                <a16:creationId xmlns:a16="http://schemas.microsoft.com/office/drawing/2014/main" id="{826FBF4B-D67F-A729-7B8B-4B4379F78D89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9426096" y="4492310"/>
            <a:ext cx="3888327" cy="310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451;p54">
            <a:extLst>
              <a:ext uri="{FF2B5EF4-FFF2-40B4-BE49-F238E27FC236}">
                <a16:creationId xmlns:a16="http://schemas.microsoft.com/office/drawing/2014/main" id="{A7D72F32-00C9-D5E3-AF8D-996685549443}"/>
              </a:ext>
            </a:extLst>
          </p:cNvPr>
          <p:cNvPicPr preferRelativeResize="0"/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734224">
            <a:off x="10397447" y="4917400"/>
            <a:ext cx="3888327" cy="310056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931;p76">
            <a:extLst>
              <a:ext uri="{FF2B5EF4-FFF2-40B4-BE49-F238E27FC236}">
                <a16:creationId xmlns:a16="http://schemas.microsoft.com/office/drawing/2014/main" id="{210593E8-02F3-87B3-1AF3-928E195FA1F3}"/>
              </a:ext>
            </a:extLst>
          </p:cNvPr>
          <p:cNvSpPr/>
          <p:nvPr/>
        </p:nvSpPr>
        <p:spPr>
          <a:xfrm>
            <a:off x="1857154" y="748925"/>
            <a:ext cx="8548577" cy="809003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BE3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66D23-B0DC-5F9E-6A2C-127D7982372B}"/>
              </a:ext>
            </a:extLst>
          </p:cNvPr>
          <p:cNvSpPr txBox="1"/>
          <p:nvPr/>
        </p:nvSpPr>
        <p:spPr>
          <a:xfrm>
            <a:off x="2057764" y="1778322"/>
            <a:ext cx="8548577" cy="37651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88620" indent="-342900"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err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Colyseus</a:t>
            </a: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handles real time data sync and room support</a:t>
            </a:r>
          </a:p>
          <a:p>
            <a:pPr marL="388620" indent="-342900"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U</a:t>
            </a: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nity was disapproved of due to steep learning curve and sponsor's existing familiarity</a:t>
            </a:r>
          </a:p>
          <a:p>
            <a:pPr marL="845820" lvl="1" indent="-342900">
              <a:spcBef>
                <a:spcPts val="1400"/>
              </a:spcBef>
              <a:buClr>
                <a:srgbClr val="F3F3F3"/>
              </a:buClr>
              <a:buSzPct val="80000"/>
              <a:buFont typeface="Courier New" panose="05000000000000000000" pitchFamily="2" charset="2"/>
              <a:buChar char="o"/>
              <a:defRPr/>
            </a:pP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Rather use TypeScript frameworks</a:t>
            </a:r>
          </a:p>
          <a:p>
            <a:pPr marL="388620" indent="-342900"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B</a:t>
            </a:r>
            <a:r>
              <a:rPr lang="en-US" sz="2400">
                <a:solidFill>
                  <a:srgbClr val="F3F3F3"/>
                </a:solidFill>
                <a:latin typeface="Times New Roman"/>
                <a:ea typeface="+mn-lt"/>
                <a:cs typeface="Times New Roman"/>
              </a:rPr>
              <a:t>uilt a simple pong multiplayer game to prove that multiplayer works before adding complexity later.</a:t>
            </a:r>
            <a:endParaRPr lang="en-US" sz="2400" b="0" i="0" u="none" strike="noStrike" kern="1200" cap="none" spc="0" normalizeH="0" baseline="0" noProof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Times New Roman"/>
              <a:ea typeface="+mn-lt"/>
              <a:cs typeface="Times New Roman"/>
            </a:endParaRPr>
          </a:p>
          <a:p>
            <a:pPr marL="388620" indent="-342900">
              <a:spcBef>
                <a:spcPts val="1400"/>
              </a:spcBef>
              <a:buClr>
                <a:srgbClr val="F3F3F3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400" b="1">
                <a:solidFill>
                  <a:srgbClr val="F3F3F3"/>
                </a:solidFill>
                <a:latin typeface="Times New Roman"/>
                <a:cs typeface="Times New Roman"/>
              </a:rPr>
              <a:t>Iteration 2</a:t>
            </a:r>
            <a:r>
              <a:rPr lang="en-US" sz="2400">
                <a:solidFill>
                  <a:srgbClr val="F3F3F3"/>
                </a:solidFill>
                <a:latin typeface="Times New Roman"/>
                <a:cs typeface="Times New Roman"/>
              </a:rPr>
              <a:t>: Integrate EMG sensors into next game iteration and scale a game toward 8 – 12 players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3E760-D49E-2A53-ED03-9923265F216F}"/>
              </a:ext>
            </a:extLst>
          </p:cNvPr>
          <p:cNvSpPr txBox="1"/>
          <p:nvPr/>
        </p:nvSpPr>
        <p:spPr>
          <a:xfrm>
            <a:off x="101472" y="209187"/>
            <a:ext cx="421910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>
                <a:solidFill>
                  <a:srgbClr val="010203"/>
                </a:solidFill>
                <a:latin typeface="Times New Roman"/>
                <a:cs typeface="Times New Roman"/>
              </a:rPr>
              <a:t>11</a:t>
            </a:r>
            <a:endParaRPr lang="en-US" sz="1850" b="0" i="0" u="none" strike="noStrike" kern="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C69FA250-22EB-B62D-A5B1-08F7BD6E6375}"/>
              </a:ext>
            </a:extLst>
          </p:cNvPr>
          <p:cNvSpPr/>
          <p:nvPr/>
        </p:nvSpPr>
        <p:spPr>
          <a:xfrm flipH="1">
            <a:off x="9706492" y="4530844"/>
            <a:ext cx="2712334" cy="2383312"/>
          </a:xfrm>
          <a:prstGeom prst="rtTriangle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729BAB-482B-5485-6460-906771034D9A}"/>
              </a:ext>
            </a:extLst>
          </p:cNvPr>
          <p:cNvSpPr txBox="1"/>
          <p:nvPr/>
        </p:nvSpPr>
        <p:spPr>
          <a:xfrm>
            <a:off x="10373421" y="5861117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Speaker:</a:t>
            </a:r>
          </a:p>
          <a:p>
            <a:pPr algn="ctr">
              <a:defRPr/>
            </a:pPr>
            <a:r>
              <a:rPr lang="en-US" sz="2000" dirty="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Ansel Stinnett</a:t>
            </a: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D7FED8D6-CCC7-FE4E-66E2-DFB3E7ED8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rgbClr val="156082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5185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BC5BF45E-CD78-89F8-5C0B-CFA59681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210823D1-F2CA-B99E-8E57-9F2117BC464C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64AA48-CAAA-FB64-AE23-E17BC92562C1}"/>
              </a:ext>
            </a:extLst>
          </p:cNvPr>
          <p:cNvSpPr txBox="1"/>
          <p:nvPr/>
        </p:nvSpPr>
        <p:spPr>
          <a:xfrm>
            <a:off x="77408" y="58063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93279-BB5E-5379-25DF-ABA825B08979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-21431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4F0938-D1DF-9397-C572-FEF9B176481F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33000">
                <a:srgbClr val="122052">
                  <a:alpha val="24706"/>
                </a:srgbClr>
              </a:gs>
              <a:gs pos="77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39AC1A8C-0CDF-ECA3-AEE0-013952E28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5CB0234C-4849-39E2-17A2-A489AB332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6F3E4F-EEA9-F809-FB99-009477CB0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15478" flipV="1">
            <a:off x="-513192" y="5576731"/>
            <a:ext cx="3837089" cy="55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93B1298B-C5AB-2D31-B314-E2ECE62DE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237717" flipV="1">
            <a:off x="9118319" y="859561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60D032F-A95C-2B46-C107-DE8A50331688}"/>
              </a:ext>
            </a:extLst>
          </p:cNvPr>
          <p:cNvSpPr txBox="1"/>
          <p:nvPr/>
        </p:nvSpPr>
        <p:spPr>
          <a:xfrm>
            <a:off x="3251129" y="761628"/>
            <a:ext cx="5437365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AI Usage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Google Shape;931;p76">
            <a:extLst>
              <a:ext uri="{FF2B5EF4-FFF2-40B4-BE49-F238E27FC236}">
                <a16:creationId xmlns:a16="http://schemas.microsoft.com/office/drawing/2014/main" id="{CF8E3A5C-1256-4E82-9E27-E8A8AC2592B2}"/>
              </a:ext>
            </a:extLst>
          </p:cNvPr>
          <p:cNvSpPr/>
          <p:nvPr/>
        </p:nvSpPr>
        <p:spPr>
          <a:xfrm>
            <a:off x="1836595" y="734707"/>
            <a:ext cx="8443587" cy="7749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666666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A9AAC-302B-3E45-7548-A1FC61C0FEFB}"/>
              </a:ext>
            </a:extLst>
          </p:cNvPr>
          <p:cNvSpPr txBox="1"/>
          <p:nvPr/>
        </p:nvSpPr>
        <p:spPr>
          <a:xfrm>
            <a:off x="87740" y="55480"/>
            <a:ext cx="421910" cy="3770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850" kern="0">
                <a:solidFill>
                  <a:srgbClr val="E8E8E8"/>
                </a:solidFill>
                <a:latin typeface="Times New Roman"/>
                <a:cs typeface="Times New Roman"/>
              </a:rPr>
              <a:t>12</a:t>
            </a:r>
            <a:endParaRPr lang="en-US" sz="1850" b="0" i="0" u="none" strike="noStrike" kern="0" cap="none" spc="0" normalizeH="0" baseline="0" noProof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B8A9F6-2A86-4E10-66F7-9FCC012A684A}"/>
              </a:ext>
            </a:extLst>
          </p:cNvPr>
          <p:cNvSpPr txBox="1"/>
          <p:nvPr/>
        </p:nvSpPr>
        <p:spPr>
          <a:xfrm>
            <a:off x="1405352" y="2680456"/>
            <a:ext cx="2577734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Investigations</a:t>
            </a: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400" dirty="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Documentation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prstClr val="white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prstClr val="white"/>
                </a:solidFill>
                <a:latin typeface="Times New Roman"/>
                <a:cs typeface="Times New Roman"/>
              </a:rPr>
              <a:t>Code </a:t>
            </a:r>
            <a:r>
              <a:rPr lang="en-US" sz="2400">
                <a:solidFill>
                  <a:prstClr val="white"/>
                </a:solidFill>
                <a:latin typeface="Times New Roman"/>
                <a:cs typeface="Times New Roman"/>
              </a:rPr>
              <a:t>assists</a:t>
            </a:r>
            <a:endParaRPr lang="en-US" sz="2400" dirty="0">
              <a:solidFill>
                <a:prstClr val="white"/>
              </a:solidFill>
              <a:latin typeface="Times New Roman"/>
              <a:cs typeface="Times New Roman"/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6E4A41CF-84ED-6F87-7720-10399253326F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B78E5D-2E47-369A-F9EC-5D889E213AAA}"/>
              </a:ext>
            </a:extLst>
          </p:cNvPr>
          <p:cNvSpPr txBox="1"/>
          <p:nvPr/>
        </p:nvSpPr>
        <p:spPr>
          <a:xfrm>
            <a:off x="10299908" y="5774741"/>
            <a:ext cx="211891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Times New Roman"/>
                <a:ea typeface="+mn-ea"/>
                <a:cs typeface="Times New Roman"/>
              </a:rPr>
              <a:t>Speaker</a:t>
            </a:r>
            <a:r>
              <a:rPr lang="en-US" sz="2000" dirty="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:</a:t>
            </a:r>
          </a:p>
          <a:p>
            <a:pPr algn="ctr">
              <a:defRPr/>
            </a:pPr>
            <a:r>
              <a:rPr lang="en-US" sz="2000" dirty="0">
                <a:solidFill>
                  <a:prstClr val="white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James Adler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1C32E0A-588E-469C-E6B8-25BFC73FD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642FD6-3A9F-EA9B-0711-9923AB75E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3382" y="2475863"/>
            <a:ext cx="5948226" cy="2448422"/>
          </a:xfrm>
          <a:prstGeom prst="rect">
            <a:avLst/>
          </a:prstGeom>
          <a:ln w="57150" cmpd="thinThick">
            <a:solidFill>
              <a:srgbClr val="8AB3D2"/>
            </a:solidFill>
          </a:ln>
        </p:spPr>
      </p:pic>
    </p:spTree>
    <p:extLst>
      <p:ext uri="{BB962C8B-B14F-4D97-AF65-F5344CB8AC3E}">
        <p14:creationId xmlns:p14="http://schemas.microsoft.com/office/powerpoint/2010/main" val="387680639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3000">
              <a:srgbClr val="030D27"/>
            </a:gs>
            <a:gs pos="100000">
              <a:srgbClr val="080D03"/>
            </a:gs>
          </a:gsLst>
          <a:lin ang="5400012" scaled="0"/>
        </a:gradFill>
        <a:effectLst/>
      </p:bgPr>
    </p:bg>
    <p:spTree>
      <p:nvGrpSpPr>
        <p:cNvPr id="1" name="Shape 691">
          <a:extLst>
            <a:ext uri="{FF2B5EF4-FFF2-40B4-BE49-F238E27FC236}">
              <a16:creationId xmlns:a16="http://schemas.microsoft.com/office/drawing/2014/main" id="{7A36FD26-A71D-4C0C-6BC5-A7A3237D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909D93B4-2D60-53B1-580F-5516986296C1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149F2B-8AE2-6945-13A9-953DC3E8FB7B}"/>
              </a:ext>
            </a:extLst>
          </p:cNvPr>
          <p:cNvPicPr/>
          <p:nvPr/>
        </p:nvPicPr>
        <p:blipFill>
          <a:blip r:embed="rId3">
            <a:alphaModFix amt="70000"/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119" y="0"/>
            <a:ext cx="12312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6341A6-DC5F-13A1-57CA-CDF90D0237F2}"/>
              </a:ext>
            </a:extLst>
          </p:cNvPr>
          <p:cNvSpPr/>
          <p:nvPr/>
        </p:nvSpPr>
        <p:spPr>
          <a:xfrm>
            <a:off x="-97982" y="-21431"/>
            <a:ext cx="12577153" cy="6858000"/>
          </a:xfrm>
          <a:prstGeom prst="rect">
            <a:avLst/>
          </a:prstGeom>
          <a:gradFill flip="none" rotWithShape="1">
            <a:gsLst>
              <a:gs pos="0">
                <a:srgbClr val="14308A">
                  <a:alpha val="24706"/>
                </a:srgbClr>
              </a:gs>
              <a:gs pos="27000">
                <a:srgbClr val="122052">
                  <a:alpha val="24706"/>
                </a:srgbClr>
              </a:gs>
              <a:gs pos="80000">
                <a:srgbClr val="1E8440">
                  <a:alpha val="24706"/>
                </a:srgbClr>
              </a:gs>
              <a:gs pos="61000">
                <a:srgbClr val="0F4134">
                  <a:alpha val="2470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D7F6ED-BA24-15BE-0E7A-F6495B1B3D3A}"/>
              </a:ext>
            </a:extLst>
          </p:cNvPr>
          <p:cNvSpPr/>
          <p:nvPr/>
        </p:nvSpPr>
        <p:spPr>
          <a:xfrm>
            <a:off x="0" y="1928813"/>
            <a:ext cx="11430001" cy="2957512"/>
          </a:xfrm>
          <a:prstGeom prst="rect">
            <a:avLst/>
          </a:prstGeom>
          <a:solidFill>
            <a:srgbClr val="28A4DC">
              <a:alpha val="9804"/>
            </a:srgb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10203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" name="Google Shape;1002;p76">
            <a:extLst>
              <a:ext uri="{FF2B5EF4-FFF2-40B4-BE49-F238E27FC236}">
                <a16:creationId xmlns:a16="http://schemas.microsoft.com/office/drawing/2014/main" id="{24B601B7-4713-E873-25C4-B4C9D8B107C1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781972" y="-91158"/>
            <a:ext cx="65997" cy="1281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02;p76">
            <a:extLst>
              <a:ext uri="{FF2B5EF4-FFF2-40B4-BE49-F238E27FC236}">
                <a16:creationId xmlns:a16="http://schemas.microsoft.com/office/drawing/2014/main" id="{CBEBDED7-23E9-FBD6-3C8D-072AF593C063}"/>
              </a:ext>
            </a:extLst>
          </p:cNvPr>
          <p:cNvPicPr preferRelativeResize="0"/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 flipH="1">
            <a:off x="5150520" y="-5467780"/>
            <a:ext cx="86532" cy="1184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CFCE7386-C257-AE35-25FB-A5E029BEA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85421" flipV="1">
            <a:off x="-554924" y="867592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oogle Shape;209;p29">
            <a:extLst>
              <a:ext uri="{FF2B5EF4-FFF2-40B4-BE49-F238E27FC236}">
                <a16:creationId xmlns:a16="http://schemas.microsoft.com/office/drawing/2014/main" id="{310EACF5-1128-7B5F-8698-FDC4C7F9BF30}"/>
              </a:ext>
            </a:extLst>
          </p:cNvPr>
          <p:cNvPicPr preferRelativeResize="0"/>
          <p:nvPr/>
        </p:nvPicPr>
        <p:blipFill>
          <a:blip r:embed="rId7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144000" y="-1"/>
            <a:ext cx="31682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D741A2-E95F-41F3-6C33-110DA8E13DCE}"/>
              </a:ext>
            </a:extLst>
          </p:cNvPr>
          <p:cNvSpPr txBox="1"/>
          <p:nvPr/>
        </p:nvSpPr>
        <p:spPr>
          <a:xfrm>
            <a:off x="4222272" y="2937616"/>
            <a:ext cx="343838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Times New Roman"/>
                <a:ea typeface="+mn-lt"/>
                <a:cs typeface="Times New Roman"/>
                <a:sym typeface="Arial"/>
              </a:rPr>
              <a:t>Questions?</a:t>
            </a: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73AA42-9EE7-B1C5-550E-E13B2BDDBEA4}"/>
              </a:ext>
            </a:extLst>
          </p:cNvPr>
          <p:cNvSpPr txBox="1"/>
          <p:nvPr/>
        </p:nvSpPr>
        <p:spPr>
          <a:xfrm>
            <a:off x="48455" y="106409"/>
            <a:ext cx="30489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1</a:t>
            </a:r>
          </a:p>
        </p:txBody>
      </p:sp>
      <p:pic>
        <p:nvPicPr>
          <p:cNvPr id="10" name="Google Shape;209;p29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6FCE463A-9A9E-B80D-BC9B-18E9BEE44D59}"/>
              </a:ext>
            </a:extLst>
          </p:cNvPr>
          <p:cNvPicPr preferRelativeResize="0"/>
          <p:nvPr/>
        </p:nvPicPr>
        <p:blipFill>
          <a:blip r:embed="rId7">
            <a:alphaModFix/>
            <a:duotone>
              <a:prstClr val="black"/>
              <a:srgbClr val="0070C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0800000">
            <a:off x="-64577" y="-2"/>
            <a:ext cx="31682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75FCAAF-A976-87D6-3A39-645759D26C78}"/>
              </a:ext>
            </a:extLst>
          </p:cNvPr>
          <p:cNvSpPr/>
          <p:nvPr/>
        </p:nvSpPr>
        <p:spPr>
          <a:xfrm flipH="1">
            <a:off x="9706492" y="4496119"/>
            <a:ext cx="2712334" cy="2383312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4C59A97C-432D-D580-0F2A-140F8609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9296" flipV="1">
            <a:off x="9063092" y="5566953"/>
            <a:ext cx="3574203" cy="5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16195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olar Panel Project Proposal XL by Slidesgo">
  <a:themeElements>
    <a:clrScheme name="Simple Light">
      <a:dk1>
        <a:srgbClr val="F3F3F3"/>
      </a:dk1>
      <a:lt1>
        <a:srgbClr val="010203"/>
      </a:lt1>
      <a:dk2>
        <a:srgbClr val="B7B7B7"/>
      </a:dk2>
      <a:lt2>
        <a:srgbClr val="2B2929"/>
      </a:lt2>
      <a:accent1>
        <a:srgbClr val="FFFFFF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0CEAC38D496A40AC5B705ADD84648D" ma:contentTypeVersion="14" ma:contentTypeDescription="Create a new document." ma:contentTypeScope="" ma:versionID="bc742ea9fbfba4eb5c001ffbb579faf7">
  <xsd:schema xmlns:xsd="http://www.w3.org/2001/XMLSchema" xmlns:xs="http://www.w3.org/2001/XMLSchema" xmlns:p="http://schemas.microsoft.com/office/2006/metadata/properties" xmlns:ns3="2e0c6c21-6b5a-4795-83e2-a0c18b2f41ff" xmlns:ns4="d3ea3f36-71c7-4425-9ffa-68be96e9c866" targetNamespace="http://schemas.microsoft.com/office/2006/metadata/properties" ma:root="true" ma:fieldsID="0b6952379dda076b13a2cea521b67689" ns3:_="" ns4:_="">
    <xsd:import namespace="2e0c6c21-6b5a-4795-83e2-a0c18b2f41ff"/>
    <xsd:import namespace="d3ea3f36-71c7-4425-9ffa-68be96e9c8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c6c21-6b5a-4795-83e2-a0c18b2f41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ea3f36-71c7-4425-9ffa-68be96e9c86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c6c21-6b5a-4795-83e2-a0c18b2f41ff" xsi:nil="true"/>
  </documentManagement>
</p:properties>
</file>

<file path=customXml/itemProps1.xml><?xml version="1.0" encoding="utf-8"?>
<ds:datastoreItem xmlns:ds="http://schemas.openxmlformats.org/officeDocument/2006/customXml" ds:itemID="{5F2827F8-CF5E-4BEB-B3A9-54604159DA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c6c21-6b5a-4795-83e2-a0c18b2f41ff"/>
    <ds:schemaRef ds:uri="d3ea3f36-71c7-4425-9ffa-68be96e9c8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90AA1D-D395-4C6D-B10D-2B5AA1F15D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7F71BA-1D23-4F35-B03F-D8CB84D620F4}">
  <ds:schemaRefs>
    <ds:schemaRef ds:uri="2e0c6c21-6b5a-4795-83e2-a0c18b2f41ff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d3ea3f36-71c7-4425-9ffa-68be96e9c86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671</Words>
  <Application>Microsoft Office PowerPoint</Application>
  <PresentationFormat>Widescreen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Courier New</vt:lpstr>
      <vt:lpstr>Courier New,monospace</vt:lpstr>
      <vt:lpstr>Darker Grotesque Medium</vt:lpstr>
      <vt:lpstr>DM Sans</vt:lpstr>
      <vt:lpstr>Fira Sans Extra Condensed Medium</vt:lpstr>
      <vt:lpstr>Lato</vt:lpstr>
      <vt:lpstr>Orbitron</vt:lpstr>
      <vt:lpstr>Play</vt:lpstr>
      <vt:lpstr>Times New Roman</vt:lpstr>
      <vt:lpstr>Wingdings</vt:lpstr>
      <vt:lpstr>Wingdings,sans-serif</vt:lpstr>
      <vt:lpstr>1_Office Theme</vt:lpstr>
      <vt:lpstr>Solar Panel Project Proposal XL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Zara Ahmed</dc:creator>
  <cp:lastModifiedBy>Zara Ahmed</cp:lastModifiedBy>
  <cp:revision>1</cp:revision>
  <dcterms:created xsi:type="dcterms:W3CDTF">2026-09-22T16:07:47Z</dcterms:created>
  <dcterms:modified xsi:type="dcterms:W3CDTF">2026-09-24T17:07:04Z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0x010100DC0CEAC38D496A40AC5B705ADD84648D</vt:lpwstr>
  </property>
</Properties>
</file>